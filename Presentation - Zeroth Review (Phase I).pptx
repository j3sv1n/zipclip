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4A688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12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4A688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12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4A688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12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4A688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12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4A688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12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50645" cy="6858000"/>
          </a:xfrm>
          <a:custGeom>
            <a:avLst/>
            <a:gdLst/>
            <a:ahLst/>
            <a:cxnLst/>
            <a:rect l="l" t="t" r="r" b="b"/>
            <a:pathLst>
              <a:path w="1350645" h="6858000">
                <a:moveTo>
                  <a:pt x="0" y="6858000"/>
                </a:moveTo>
                <a:lnTo>
                  <a:pt x="1350498" y="6858000"/>
                </a:lnTo>
                <a:lnTo>
                  <a:pt x="135049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9BC8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689" y="3521"/>
            <a:ext cx="1092835" cy="819785"/>
          </a:xfrm>
          <a:custGeom>
            <a:avLst/>
            <a:gdLst/>
            <a:ahLst/>
            <a:cxnLst/>
            <a:rect l="l" t="t" r="r" b="b"/>
            <a:pathLst>
              <a:path w="1092835" h="819785">
                <a:moveTo>
                  <a:pt x="1092592" y="0"/>
                </a:moveTo>
                <a:lnTo>
                  <a:pt x="1" y="0"/>
                </a:lnTo>
                <a:lnTo>
                  <a:pt x="0" y="819444"/>
                </a:lnTo>
                <a:lnTo>
                  <a:pt x="54531" y="818441"/>
                </a:lnTo>
                <a:lnTo>
                  <a:pt x="108370" y="815464"/>
                </a:lnTo>
                <a:lnTo>
                  <a:pt x="161455" y="810559"/>
                </a:lnTo>
                <a:lnTo>
                  <a:pt x="213722" y="803774"/>
                </a:lnTo>
                <a:lnTo>
                  <a:pt x="265110" y="795155"/>
                </a:lnTo>
                <a:lnTo>
                  <a:pt x="315554" y="784750"/>
                </a:lnTo>
                <a:lnTo>
                  <a:pt x="364994" y="772605"/>
                </a:lnTo>
                <a:lnTo>
                  <a:pt x="413367" y="758767"/>
                </a:lnTo>
                <a:lnTo>
                  <a:pt x="460609" y="743283"/>
                </a:lnTo>
                <a:lnTo>
                  <a:pt x="506658" y="726200"/>
                </a:lnTo>
                <a:lnTo>
                  <a:pt x="551452" y="707566"/>
                </a:lnTo>
                <a:lnTo>
                  <a:pt x="594927" y="687427"/>
                </a:lnTo>
                <a:lnTo>
                  <a:pt x="637022" y="665829"/>
                </a:lnTo>
                <a:lnTo>
                  <a:pt x="677674" y="642821"/>
                </a:lnTo>
                <a:lnTo>
                  <a:pt x="716820" y="618448"/>
                </a:lnTo>
                <a:lnTo>
                  <a:pt x="754398" y="592759"/>
                </a:lnTo>
                <a:lnTo>
                  <a:pt x="790344" y="565799"/>
                </a:lnTo>
                <a:lnTo>
                  <a:pt x="824597" y="537615"/>
                </a:lnTo>
                <a:lnTo>
                  <a:pt x="857094" y="508256"/>
                </a:lnTo>
                <a:lnTo>
                  <a:pt x="887772" y="477767"/>
                </a:lnTo>
                <a:lnTo>
                  <a:pt x="916568" y="446196"/>
                </a:lnTo>
                <a:lnTo>
                  <a:pt x="943421" y="413589"/>
                </a:lnTo>
                <a:lnTo>
                  <a:pt x="968267" y="379994"/>
                </a:lnTo>
                <a:lnTo>
                  <a:pt x="991043" y="345457"/>
                </a:lnTo>
                <a:lnTo>
                  <a:pt x="1011688" y="310025"/>
                </a:lnTo>
                <a:lnTo>
                  <a:pt x="1030139" y="273746"/>
                </a:lnTo>
                <a:lnTo>
                  <a:pt x="1046332" y="236666"/>
                </a:lnTo>
                <a:lnTo>
                  <a:pt x="1060206" y="198832"/>
                </a:lnTo>
                <a:lnTo>
                  <a:pt x="1071698" y="160292"/>
                </a:lnTo>
                <a:lnTo>
                  <a:pt x="1080745" y="121091"/>
                </a:lnTo>
                <a:lnTo>
                  <a:pt x="1087285" y="81278"/>
                </a:lnTo>
                <a:lnTo>
                  <a:pt x="1091254" y="40898"/>
                </a:lnTo>
                <a:lnTo>
                  <a:pt x="1092592" y="0"/>
                </a:lnTo>
                <a:close/>
              </a:path>
            </a:pathLst>
          </a:custGeom>
          <a:solidFill>
            <a:srgbClr val="FEFAF4">
              <a:alpha val="32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689" y="3521"/>
            <a:ext cx="1092835" cy="819785"/>
          </a:xfrm>
          <a:custGeom>
            <a:avLst/>
            <a:gdLst/>
            <a:ahLst/>
            <a:cxnLst/>
            <a:rect l="l" t="t" r="r" b="b"/>
            <a:pathLst>
              <a:path w="1092835" h="819785">
                <a:moveTo>
                  <a:pt x="1092592" y="0"/>
                </a:moveTo>
                <a:lnTo>
                  <a:pt x="1091254" y="40898"/>
                </a:lnTo>
                <a:lnTo>
                  <a:pt x="1087285" y="81277"/>
                </a:lnTo>
                <a:lnTo>
                  <a:pt x="1080745" y="121091"/>
                </a:lnTo>
                <a:lnTo>
                  <a:pt x="1071698" y="160291"/>
                </a:lnTo>
                <a:lnTo>
                  <a:pt x="1060206" y="198832"/>
                </a:lnTo>
                <a:lnTo>
                  <a:pt x="1046332" y="236666"/>
                </a:lnTo>
                <a:lnTo>
                  <a:pt x="1030139" y="273746"/>
                </a:lnTo>
                <a:lnTo>
                  <a:pt x="1011688" y="310025"/>
                </a:lnTo>
                <a:lnTo>
                  <a:pt x="991043" y="345456"/>
                </a:lnTo>
                <a:lnTo>
                  <a:pt x="968267" y="379993"/>
                </a:lnTo>
                <a:lnTo>
                  <a:pt x="943421" y="413589"/>
                </a:lnTo>
                <a:lnTo>
                  <a:pt x="916568" y="446195"/>
                </a:lnTo>
                <a:lnTo>
                  <a:pt x="887772" y="477767"/>
                </a:lnTo>
                <a:lnTo>
                  <a:pt x="857094" y="508255"/>
                </a:lnTo>
                <a:lnTo>
                  <a:pt x="824597" y="537615"/>
                </a:lnTo>
                <a:lnTo>
                  <a:pt x="790344" y="565798"/>
                </a:lnTo>
                <a:lnTo>
                  <a:pt x="754398" y="592758"/>
                </a:lnTo>
                <a:lnTo>
                  <a:pt x="716820" y="618448"/>
                </a:lnTo>
                <a:lnTo>
                  <a:pt x="677674" y="642820"/>
                </a:lnTo>
                <a:lnTo>
                  <a:pt x="637022" y="665829"/>
                </a:lnTo>
                <a:lnTo>
                  <a:pt x="594927" y="687426"/>
                </a:lnTo>
                <a:lnTo>
                  <a:pt x="551452" y="707565"/>
                </a:lnTo>
                <a:lnTo>
                  <a:pt x="506658" y="726200"/>
                </a:lnTo>
                <a:lnTo>
                  <a:pt x="460609" y="743282"/>
                </a:lnTo>
                <a:lnTo>
                  <a:pt x="413367" y="758766"/>
                </a:lnTo>
                <a:lnTo>
                  <a:pt x="364994" y="772604"/>
                </a:lnTo>
                <a:lnTo>
                  <a:pt x="315554" y="784749"/>
                </a:lnTo>
                <a:lnTo>
                  <a:pt x="265109" y="795155"/>
                </a:lnTo>
                <a:lnTo>
                  <a:pt x="213722" y="803773"/>
                </a:lnTo>
                <a:lnTo>
                  <a:pt x="161455" y="810559"/>
                </a:lnTo>
                <a:lnTo>
                  <a:pt x="108370" y="815463"/>
                </a:lnTo>
                <a:lnTo>
                  <a:pt x="54531" y="818441"/>
                </a:lnTo>
                <a:lnTo>
                  <a:pt x="0" y="819444"/>
                </a:lnTo>
                <a:lnTo>
                  <a:pt x="1" y="0"/>
                </a:lnTo>
                <a:lnTo>
                  <a:pt x="1092592" y="0"/>
                </a:lnTo>
                <a:close/>
              </a:path>
            </a:pathLst>
          </a:custGeom>
          <a:ln w="3175">
            <a:solidFill>
              <a:srgbClr val="2D748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6037" y="7452"/>
            <a:ext cx="2347692" cy="178029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25089" y="21104"/>
            <a:ext cx="2270125" cy="1702435"/>
          </a:xfrm>
          <a:custGeom>
            <a:avLst/>
            <a:gdLst/>
            <a:ahLst/>
            <a:cxnLst/>
            <a:rect l="l" t="t" r="r" b="b"/>
            <a:pathLst>
              <a:path w="2270125" h="1702435">
                <a:moveTo>
                  <a:pt x="1937214" y="249280"/>
                </a:moveTo>
                <a:lnTo>
                  <a:pt x="1977463" y="281032"/>
                </a:lnTo>
                <a:lnTo>
                  <a:pt x="2015114" y="313919"/>
                </a:lnTo>
                <a:lnTo>
                  <a:pt x="2050169" y="347865"/>
                </a:lnTo>
                <a:lnTo>
                  <a:pt x="2082627" y="382793"/>
                </a:lnTo>
                <a:lnTo>
                  <a:pt x="2112489" y="418630"/>
                </a:lnTo>
                <a:lnTo>
                  <a:pt x="2139754" y="455298"/>
                </a:lnTo>
                <a:lnTo>
                  <a:pt x="2164422" y="492722"/>
                </a:lnTo>
                <a:lnTo>
                  <a:pt x="2186494" y="530827"/>
                </a:lnTo>
                <a:lnTo>
                  <a:pt x="2205969" y="569537"/>
                </a:lnTo>
                <a:lnTo>
                  <a:pt x="2222847" y="608777"/>
                </a:lnTo>
                <a:lnTo>
                  <a:pt x="2237129" y="648470"/>
                </a:lnTo>
                <a:lnTo>
                  <a:pt x="2248814" y="688541"/>
                </a:lnTo>
                <a:lnTo>
                  <a:pt x="2257902" y="728915"/>
                </a:lnTo>
                <a:lnTo>
                  <a:pt x="2264394" y="769516"/>
                </a:lnTo>
                <a:lnTo>
                  <a:pt x="2268289" y="810268"/>
                </a:lnTo>
                <a:lnTo>
                  <a:pt x="2269587" y="851096"/>
                </a:lnTo>
                <a:lnTo>
                  <a:pt x="2268289" y="891923"/>
                </a:lnTo>
                <a:lnTo>
                  <a:pt x="2264394" y="932675"/>
                </a:lnTo>
                <a:lnTo>
                  <a:pt x="2257902" y="973276"/>
                </a:lnTo>
                <a:lnTo>
                  <a:pt x="2248814" y="1013650"/>
                </a:lnTo>
                <a:lnTo>
                  <a:pt x="2237129" y="1053721"/>
                </a:lnTo>
                <a:lnTo>
                  <a:pt x="2222847" y="1093414"/>
                </a:lnTo>
                <a:lnTo>
                  <a:pt x="2205969" y="1132654"/>
                </a:lnTo>
                <a:lnTo>
                  <a:pt x="2186494" y="1171364"/>
                </a:lnTo>
                <a:lnTo>
                  <a:pt x="2164422" y="1209469"/>
                </a:lnTo>
                <a:lnTo>
                  <a:pt x="2139754" y="1246893"/>
                </a:lnTo>
                <a:lnTo>
                  <a:pt x="2112489" y="1283561"/>
                </a:lnTo>
                <a:lnTo>
                  <a:pt x="2082627" y="1319398"/>
                </a:lnTo>
                <a:lnTo>
                  <a:pt x="2050169" y="1354326"/>
                </a:lnTo>
                <a:lnTo>
                  <a:pt x="2015114" y="1388272"/>
                </a:lnTo>
                <a:lnTo>
                  <a:pt x="1977463" y="1421159"/>
                </a:lnTo>
                <a:lnTo>
                  <a:pt x="1937214" y="1452911"/>
                </a:lnTo>
                <a:lnTo>
                  <a:pt x="1899658" y="1479840"/>
                </a:lnTo>
                <a:lnTo>
                  <a:pt x="1860898" y="1505229"/>
                </a:lnTo>
                <a:lnTo>
                  <a:pt x="1821005" y="1529080"/>
                </a:lnTo>
                <a:lnTo>
                  <a:pt x="1780050" y="1551393"/>
                </a:lnTo>
                <a:lnTo>
                  <a:pt x="1738103" y="1572166"/>
                </a:lnTo>
                <a:lnTo>
                  <a:pt x="1695236" y="1591401"/>
                </a:lnTo>
                <a:lnTo>
                  <a:pt x="1651518" y="1609096"/>
                </a:lnTo>
                <a:lnTo>
                  <a:pt x="1607022" y="1625253"/>
                </a:lnTo>
                <a:lnTo>
                  <a:pt x="1561818" y="1639872"/>
                </a:lnTo>
                <a:lnTo>
                  <a:pt x="1515976" y="1652951"/>
                </a:lnTo>
                <a:lnTo>
                  <a:pt x="1469567" y="1664492"/>
                </a:lnTo>
                <a:lnTo>
                  <a:pt x="1422663" y="1674494"/>
                </a:lnTo>
                <a:lnTo>
                  <a:pt x="1375334" y="1682957"/>
                </a:lnTo>
                <a:lnTo>
                  <a:pt x="1327651" y="1689882"/>
                </a:lnTo>
                <a:lnTo>
                  <a:pt x="1279684" y="1695267"/>
                </a:lnTo>
                <a:lnTo>
                  <a:pt x="1231505" y="1699114"/>
                </a:lnTo>
                <a:lnTo>
                  <a:pt x="1183185" y="1701423"/>
                </a:lnTo>
                <a:lnTo>
                  <a:pt x="1134793" y="1702192"/>
                </a:lnTo>
                <a:lnTo>
                  <a:pt x="1086402" y="1701423"/>
                </a:lnTo>
                <a:lnTo>
                  <a:pt x="1038081" y="1699114"/>
                </a:lnTo>
                <a:lnTo>
                  <a:pt x="989903" y="1695267"/>
                </a:lnTo>
                <a:lnTo>
                  <a:pt x="941936" y="1689882"/>
                </a:lnTo>
                <a:lnTo>
                  <a:pt x="894253" y="1682957"/>
                </a:lnTo>
                <a:lnTo>
                  <a:pt x="846924" y="1674494"/>
                </a:lnTo>
                <a:lnTo>
                  <a:pt x="800020" y="1664492"/>
                </a:lnTo>
                <a:lnTo>
                  <a:pt x="753611" y="1652951"/>
                </a:lnTo>
                <a:lnTo>
                  <a:pt x="707769" y="1639872"/>
                </a:lnTo>
                <a:lnTo>
                  <a:pt x="662565" y="1625253"/>
                </a:lnTo>
                <a:lnTo>
                  <a:pt x="618069" y="1609096"/>
                </a:lnTo>
                <a:lnTo>
                  <a:pt x="574351" y="1591401"/>
                </a:lnTo>
                <a:lnTo>
                  <a:pt x="531484" y="1572166"/>
                </a:lnTo>
                <a:lnTo>
                  <a:pt x="489537" y="1551393"/>
                </a:lnTo>
                <a:lnTo>
                  <a:pt x="448582" y="1529080"/>
                </a:lnTo>
                <a:lnTo>
                  <a:pt x="408689" y="1505229"/>
                </a:lnTo>
                <a:lnTo>
                  <a:pt x="369929" y="1479840"/>
                </a:lnTo>
                <a:lnTo>
                  <a:pt x="332373" y="1452911"/>
                </a:lnTo>
                <a:lnTo>
                  <a:pt x="292125" y="1421159"/>
                </a:lnTo>
                <a:lnTo>
                  <a:pt x="254473" y="1388272"/>
                </a:lnTo>
                <a:lnTo>
                  <a:pt x="219418" y="1354326"/>
                </a:lnTo>
                <a:lnTo>
                  <a:pt x="186960" y="1319398"/>
                </a:lnTo>
                <a:lnTo>
                  <a:pt x="157098" y="1283561"/>
                </a:lnTo>
                <a:lnTo>
                  <a:pt x="129833" y="1246893"/>
                </a:lnTo>
                <a:lnTo>
                  <a:pt x="105165" y="1209469"/>
                </a:lnTo>
                <a:lnTo>
                  <a:pt x="83093" y="1171364"/>
                </a:lnTo>
                <a:lnTo>
                  <a:pt x="63618" y="1132654"/>
                </a:lnTo>
                <a:lnTo>
                  <a:pt x="46740" y="1093414"/>
                </a:lnTo>
                <a:lnTo>
                  <a:pt x="32458" y="1053721"/>
                </a:lnTo>
                <a:lnTo>
                  <a:pt x="20773" y="1013650"/>
                </a:lnTo>
                <a:lnTo>
                  <a:pt x="11685" y="973276"/>
                </a:lnTo>
                <a:lnTo>
                  <a:pt x="5193" y="932675"/>
                </a:lnTo>
                <a:lnTo>
                  <a:pt x="1298" y="891923"/>
                </a:lnTo>
                <a:lnTo>
                  <a:pt x="0" y="851096"/>
                </a:lnTo>
                <a:lnTo>
                  <a:pt x="1298" y="810268"/>
                </a:lnTo>
                <a:lnTo>
                  <a:pt x="5193" y="769516"/>
                </a:lnTo>
                <a:lnTo>
                  <a:pt x="11685" y="728915"/>
                </a:lnTo>
                <a:lnTo>
                  <a:pt x="20773" y="688541"/>
                </a:lnTo>
                <a:lnTo>
                  <a:pt x="32458" y="648470"/>
                </a:lnTo>
                <a:lnTo>
                  <a:pt x="46740" y="608777"/>
                </a:lnTo>
                <a:lnTo>
                  <a:pt x="63618" y="569537"/>
                </a:lnTo>
                <a:lnTo>
                  <a:pt x="83093" y="530827"/>
                </a:lnTo>
                <a:lnTo>
                  <a:pt x="105165" y="492722"/>
                </a:lnTo>
                <a:lnTo>
                  <a:pt x="129833" y="455298"/>
                </a:lnTo>
                <a:lnTo>
                  <a:pt x="157098" y="418630"/>
                </a:lnTo>
                <a:lnTo>
                  <a:pt x="186960" y="382793"/>
                </a:lnTo>
                <a:lnTo>
                  <a:pt x="219418" y="347865"/>
                </a:lnTo>
                <a:lnTo>
                  <a:pt x="254473" y="313919"/>
                </a:lnTo>
                <a:lnTo>
                  <a:pt x="292125" y="281032"/>
                </a:lnTo>
                <a:lnTo>
                  <a:pt x="332373" y="249280"/>
                </a:lnTo>
                <a:lnTo>
                  <a:pt x="369929" y="222351"/>
                </a:lnTo>
                <a:lnTo>
                  <a:pt x="408689" y="196962"/>
                </a:lnTo>
                <a:lnTo>
                  <a:pt x="448582" y="173111"/>
                </a:lnTo>
                <a:lnTo>
                  <a:pt x="489537" y="150799"/>
                </a:lnTo>
                <a:lnTo>
                  <a:pt x="531484" y="130025"/>
                </a:lnTo>
                <a:lnTo>
                  <a:pt x="574351" y="110791"/>
                </a:lnTo>
                <a:lnTo>
                  <a:pt x="618069" y="93095"/>
                </a:lnTo>
                <a:lnTo>
                  <a:pt x="662565" y="76938"/>
                </a:lnTo>
                <a:lnTo>
                  <a:pt x="707769" y="62320"/>
                </a:lnTo>
                <a:lnTo>
                  <a:pt x="753611" y="49240"/>
                </a:lnTo>
                <a:lnTo>
                  <a:pt x="800020" y="37699"/>
                </a:lnTo>
                <a:lnTo>
                  <a:pt x="846924" y="27697"/>
                </a:lnTo>
                <a:lnTo>
                  <a:pt x="894253" y="19234"/>
                </a:lnTo>
                <a:lnTo>
                  <a:pt x="941936" y="12310"/>
                </a:lnTo>
                <a:lnTo>
                  <a:pt x="989903" y="6924"/>
                </a:lnTo>
                <a:lnTo>
                  <a:pt x="1038081" y="3077"/>
                </a:lnTo>
                <a:lnTo>
                  <a:pt x="1086402" y="769"/>
                </a:lnTo>
                <a:lnTo>
                  <a:pt x="1134793" y="0"/>
                </a:lnTo>
                <a:lnTo>
                  <a:pt x="1183185" y="769"/>
                </a:lnTo>
                <a:lnTo>
                  <a:pt x="1231505" y="3077"/>
                </a:lnTo>
                <a:lnTo>
                  <a:pt x="1279684" y="6924"/>
                </a:lnTo>
                <a:lnTo>
                  <a:pt x="1327651" y="12310"/>
                </a:lnTo>
                <a:lnTo>
                  <a:pt x="1375334" y="19234"/>
                </a:lnTo>
                <a:lnTo>
                  <a:pt x="1422663" y="27697"/>
                </a:lnTo>
                <a:lnTo>
                  <a:pt x="1469567" y="37699"/>
                </a:lnTo>
                <a:lnTo>
                  <a:pt x="1515976" y="49240"/>
                </a:lnTo>
                <a:lnTo>
                  <a:pt x="1561818" y="62320"/>
                </a:lnTo>
                <a:lnTo>
                  <a:pt x="1607022" y="76938"/>
                </a:lnTo>
                <a:lnTo>
                  <a:pt x="1651518" y="93095"/>
                </a:lnTo>
                <a:lnTo>
                  <a:pt x="1695236" y="110791"/>
                </a:lnTo>
                <a:lnTo>
                  <a:pt x="1738103" y="130025"/>
                </a:lnTo>
                <a:lnTo>
                  <a:pt x="1780050" y="150799"/>
                </a:lnTo>
                <a:lnTo>
                  <a:pt x="1821005" y="173111"/>
                </a:lnTo>
                <a:lnTo>
                  <a:pt x="1860898" y="196962"/>
                </a:lnTo>
                <a:lnTo>
                  <a:pt x="1899658" y="222351"/>
                </a:lnTo>
                <a:lnTo>
                  <a:pt x="1937214" y="249280"/>
                </a:lnTo>
                <a:close/>
              </a:path>
            </a:pathLst>
          </a:custGeom>
          <a:ln w="27304">
            <a:solidFill>
              <a:srgbClr val="6AADB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720" y="698818"/>
            <a:ext cx="1906965" cy="184411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4459" y="970367"/>
            <a:ext cx="1359723" cy="1272041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314459" y="970368"/>
            <a:ext cx="1360170" cy="1272540"/>
          </a:xfrm>
          <a:custGeom>
            <a:avLst/>
            <a:gdLst/>
            <a:ahLst/>
            <a:cxnLst/>
            <a:rect l="l" t="t" r="r" b="b"/>
            <a:pathLst>
              <a:path w="1360170" h="1272539">
                <a:moveTo>
                  <a:pt x="93303" y="167868"/>
                </a:moveTo>
                <a:lnTo>
                  <a:pt x="120578" y="136994"/>
                </a:lnTo>
                <a:lnTo>
                  <a:pt x="150483" y="109269"/>
                </a:lnTo>
                <a:lnTo>
                  <a:pt x="182838" y="84688"/>
                </a:lnTo>
                <a:lnTo>
                  <a:pt x="217463" y="63241"/>
                </a:lnTo>
                <a:lnTo>
                  <a:pt x="254178" y="44923"/>
                </a:lnTo>
                <a:lnTo>
                  <a:pt x="292803" y="29725"/>
                </a:lnTo>
                <a:lnTo>
                  <a:pt x="333159" y="17641"/>
                </a:lnTo>
                <a:lnTo>
                  <a:pt x="375064" y="8664"/>
                </a:lnTo>
                <a:lnTo>
                  <a:pt x="418340" y="2786"/>
                </a:lnTo>
                <a:lnTo>
                  <a:pt x="462807" y="0"/>
                </a:lnTo>
                <a:lnTo>
                  <a:pt x="508284" y="298"/>
                </a:lnTo>
                <a:lnTo>
                  <a:pt x="554591" y="3675"/>
                </a:lnTo>
                <a:lnTo>
                  <a:pt x="601550" y="10122"/>
                </a:lnTo>
                <a:lnTo>
                  <a:pt x="648979" y="19632"/>
                </a:lnTo>
                <a:lnTo>
                  <a:pt x="696699" y="32198"/>
                </a:lnTo>
                <a:lnTo>
                  <a:pt x="744530" y="47813"/>
                </a:lnTo>
                <a:lnTo>
                  <a:pt x="792292" y="66470"/>
                </a:lnTo>
                <a:lnTo>
                  <a:pt x="839806" y="88161"/>
                </a:lnTo>
                <a:lnTo>
                  <a:pt x="886890" y="112879"/>
                </a:lnTo>
                <a:lnTo>
                  <a:pt x="933366" y="140618"/>
                </a:lnTo>
                <a:lnTo>
                  <a:pt x="979054" y="171369"/>
                </a:lnTo>
                <a:lnTo>
                  <a:pt x="1023773" y="205126"/>
                </a:lnTo>
                <a:lnTo>
                  <a:pt x="1066605" y="241247"/>
                </a:lnTo>
                <a:lnTo>
                  <a:pt x="1106721" y="278978"/>
                </a:lnTo>
                <a:lnTo>
                  <a:pt x="1144074" y="318147"/>
                </a:lnTo>
                <a:lnTo>
                  <a:pt x="1178617" y="358578"/>
                </a:lnTo>
                <a:lnTo>
                  <a:pt x="1210304" y="400099"/>
                </a:lnTo>
                <a:lnTo>
                  <a:pt x="1239087" y="442536"/>
                </a:lnTo>
                <a:lnTo>
                  <a:pt x="1264919" y="485714"/>
                </a:lnTo>
                <a:lnTo>
                  <a:pt x="1287753" y="529460"/>
                </a:lnTo>
                <a:lnTo>
                  <a:pt x="1307543" y="573599"/>
                </a:lnTo>
                <a:lnTo>
                  <a:pt x="1324242" y="617959"/>
                </a:lnTo>
                <a:lnTo>
                  <a:pt x="1337802" y="662366"/>
                </a:lnTo>
                <a:lnTo>
                  <a:pt x="1348178" y="706644"/>
                </a:lnTo>
                <a:lnTo>
                  <a:pt x="1355321" y="750622"/>
                </a:lnTo>
                <a:lnTo>
                  <a:pt x="1359184" y="794124"/>
                </a:lnTo>
                <a:lnTo>
                  <a:pt x="1359722" y="836977"/>
                </a:lnTo>
                <a:lnTo>
                  <a:pt x="1356887" y="879007"/>
                </a:lnTo>
                <a:lnTo>
                  <a:pt x="1350633" y="920041"/>
                </a:lnTo>
                <a:lnTo>
                  <a:pt x="1340911" y="959903"/>
                </a:lnTo>
                <a:lnTo>
                  <a:pt x="1327676" y="998422"/>
                </a:lnTo>
                <a:lnTo>
                  <a:pt x="1310880" y="1035422"/>
                </a:lnTo>
                <a:lnTo>
                  <a:pt x="1290477" y="1070730"/>
                </a:lnTo>
                <a:lnTo>
                  <a:pt x="1266419" y="1104172"/>
                </a:lnTo>
                <a:lnTo>
                  <a:pt x="1239144" y="1135047"/>
                </a:lnTo>
                <a:lnTo>
                  <a:pt x="1209239" y="1162771"/>
                </a:lnTo>
                <a:lnTo>
                  <a:pt x="1176884" y="1187353"/>
                </a:lnTo>
                <a:lnTo>
                  <a:pt x="1142259" y="1208799"/>
                </a:lnTo>
                <a:lnTo>
                  <a:pt x="1105544" y="1227118"/>
                </a:lnTo>
                <a:lnTo>
                  <a:pt x="1066919" y="1242315"/>
                </a:lnTo>
                <a:lnTo>
                  <a:pt x="1026563" y="1254399"/>
                </a:lnTo>
                <a:lnTo>
                  <a:pt x="984658" y="1263377"/>
                </a:lnTo>
                <a:lnTo>
                  <a:pt x="941382" y="1269255"/>
                </a:lnTo>
                <a:lnTo>
                  <a:pt x="896915" y="1272041"/>
                </a:lnTo>
                <a:lnTo>
                  <a:pt x="851438" y="1271742"/>
                </a:lnTo>
                <a:lnTo>
                  <a:pt x="805130" y="1268366"/>
                </a:lnTo>
                <a:lnTo>
                  <a:pt x="758172" y="1261919"/>
                </a:lnTo>
                <a:lnTo>
                  <a:pt x="710743" y="1252409"/>
                </a:lnTo>
                <a:lnTo>
                  <a:pt x="663023" y="1239842"/>
                </a:lnTo>
                <a:lnTo>
                  <a:pt x="615192" y="1224227"/>
                </a:lnTo>
                <a:lnTo>
                  <a:pt x="567429" y="1205571"/>
                </a:lnTo>
                <a:lnTo>
                  <a:pt x="519916" y="1183879"/>
                </a:lnTo>
                <a:lnTo>
                  <a:pt x="472832" y="1159161"/>
                </a:lnTo>
                <a:lnTo>
                  <a:pt x="426356" y="1131423"/>
                </a:lnTo>
                <a:lnTo>
                  <a:pt x="380668" y="1100671"/>
                </a:lnTo>
                <a:lnTo>
                  <a:pt x="335949" y="1066914"/>
                </a:lnTo>
                <a:lnTo>
                  <a:pt x="293117" y="1030794"/>
                </a:lnTo>
                <a:lnTo>
                  <a:pt x="253001" y="993062"/>
                </a:lnTo>
                <a:lnTo>
                  <a:pt x="215648" y="953894"/>
                </a:lnTo>
                <a:lnTo>
                  <a:pt x="181105" y="913462"/>
                </a:lnTo>
                <a:lnTo>
                  <a:pt x="149418" y="871941"/>
                </a:lnTo>
                <a:lnTo>
                  <a:pt x="120635" y="829505"/>
                </a:lnTo>
                <a:lnTo>
                  <a:pt x="94803" y="786327"/>
                </a:lnTo>
                <a:lnTo>
                  <a:pt x="71969" y="742581"/>
                </a:lnTo>
                <a:lnTo>
                  <a:pt x="52179" y="698441"/>
                </a:lnTo>
                <a:lnTo>
                  <a:pt x="35480" y="654081"/>
                </a:lnTo>
                <a:lnTo>
                  <a:pt x="21919" y="609675"/>
                </a:lnTo>
                <a:lnTo>
                  <a:pt x="11544" y="565396"/>
                </a:lnTo>
                <a:lnTo>
                  <a:pt x="4401" y="521419"/>
                </a:lnTo>
                <a:lnTo>
                  <a:pt x="537" y="477917"/>
                </a:lnTo>
                <a:lnTo>
                  <a:pt x="0" y="435063"/>
                </a:lnTo>
                <a:lnTo>
                  <a:pt x="2834" y="393033"/>
                </a:lnTo>
                <a:lnTo>
                  <a:pt x="9089" y="352000"/>
                </a:lnTo>
                <a:lnTo>
                  <a:pt x="18811" y="312137"/>
                </a:lnTo>
                <a:lnTo>
                  <a:pt x="32046" y="273618"/>
                </a:lnTo>
                <a:lnTo>
                  <a:pt x="48842" y="236618"/>
                </a:lnTo>
                <a:lnTo>
                  <a:pt x="69245" y="201310"/>
                </a:lnTo>
                <a:lnTo>
                  <a:pt x="93303" y="167868"/>
                </a:lnTo>
                <a:close/>
              </a:path>
              <a:path w="1360170" h="1272539">
                <a:moveTo>
                  <a:pt x="195278" y="249258"/>
                </a:moveTo>
                <a:lnTo>
                  <a:pt x="173363" y="280777"/>
                </a:lnTo>
                <a:lnTo>
                  <a:pt x="142799" y="350513"/>
                </a:lnTo>
                <a:lnTo>
                  <a:pt x="133992" y="388225"/>
                </a:lnTo>
                <a:lnTo>
                  <a:pt x="129398" y="427496"/>
                </a:lnTo>
                <a:lnTo>
                  <a:pt x="128938" y="468074"/>
                </a:lnTo>
                <a:lnTo>
                  <a:pt x="132533" y="509705"/>
                </a:lnTo>
                <a:lnTo>
                  <a:pt x="140106" y="552138"/>
                </a:lnTo>
                <a:lnTo>
                  <a:pt x="151578" y="595119"/>
                </a:lnTo>
                <a:lnTo>
                  <a:pt x="166870" y="638396"/>
                </a:lnTo>
                <a:lnTo>
                  <a:pt x="185905" y="681715"/>
                </a:lnTo>
                <a:lnTo>
                  <a:pt x="208603" y="724826"/>
                </a:lnTo>
                <a:lnTo>
                  <a:pt x="234886" y="767474"/>
                </a:lnTo>
                <a:lnTo>
                  <a:pt x="264676" y="809407"/>
                </a:lnTo>
                <a:lnTo>
                  <a:pt x="297895" y="850373"/>
                </a:lnTo>
                <a:lnTo>
                  <a:pt x="334464" y="890119"/>
                </a:lnTo>
                <a:lnTo>
                  <a:pt x="374305" y="928392"/>
                </a:lnTo>
                <a:lnTo>
                  <a:pt x="417339" y="964940"/>
                </a:lnTo>
                <a:lnTo>
                  <a:pt x="462519" y="998799"/>
                </a:lnTo>
                <a:lnTo>
                  <a:pt x="508673" y="1029161"/>
                </a:lnTo>
                <a:lnTo>
                  <a:pt x="555538" y="1056007"/>
                </a:lnTo>
                <a:lnTo>
                  <a:pt x="602850" y="1079315"/>
                </a:lnTo>
                <a:lnTo>
                  <a:pt x="650345" y="1099066"/>
                </a:lnTo>
                <a:lnTo>
                  <a:pt x="697759" y="1115239"/>
                </a:lnTo>
                <a:lnTo>
                  <a:pt x="744830" y="1127813"/>
                </a:lnTo>
                <a:lnTo>
                  <a:pt x="791292" y="1136768"/>
                </a:lnTo>
                <a:lnTo>
                  <a:pt x="836882" y="1142083"/>
                </a:lnTo>
                <a:lnTo>
                  <a:pt x="881337" y="1143739"/>
                </a:lnTo>
                <a:lnTo>
                  <a:pt x="924392" y="1141715"/>
                </a:lnTo>
                <a:lnTo>
                  <a:pt x="965784" y="1135990"/>
                </a:lnTo>
                <a:lnTo>
                  <a:pt x="1005250" y="1126544"/>
                </a:lnTo>
                <a:lnTo>
                  <a:pt x="1042525" y="1113356"/>
                </a:lnTo>
                <a:lnTo>
                  <a:pt x="1077345" y="1096407"/>
                </a:lnTo>
                <a:lnTo>
                  <a:pt x="1109448" y="1075675"/>
                </a:lnTo>
                <a:lnTo>
                  <a:pt x="1164444" y="1022782"/>
                </a:lnTo>
                <a:lnTo>
                  <a:pt x="1186358" y="991263"/>
                </a:lnTo>
                <a:lnTo>
                  <a:pt x="1216923" y="921527"/>
                </a:lnTo>
                <a:lnTo>
                  <a:pt x="1225729" y="883815"/>
                </a:lnTo>
                <a:lnTo>
                  <a:pt x="1230324" y="844544"/>
                </a:lnTo>
                <a:lnTo>
                  <a:pt x="1230784" y="803966"/>
                </a:lnTo>
                <a:lnTo>
                  <a:pt x="1227188" y="762335"/>
                </a:lnTo>
                <a:lnTo>
                  <a:pt x="1219615" y="719902"/>
                </a:lnTo>
                <a:lnTo>
                  <a:pt x="1208144" y="676922"/>
                </a:lnTo>
                <a:lnTo>
                  <a:pt x="1192852" y="633645"/>
                </a:lnTo>
                <a:lnTo>
                  <a:pt x="1173817" y="590325"/>
                </a:lnTo>
                <a:lnTo>
                  <a:pt x="1151119" y="547215"/>
                </a:lnTo>
                <a:lnTo>
                  <a:pt x="1124836" y="504566"/>
                </a:lnTo>
                <a:lnTo>
                  <a:pt x="1095045" y="462633"/>
                </a:lnTo>
                <a:lnTo>
                  <a:pt x="1061827" y="421667"/>
                </a:lnTo>
                <a:lnTo>
                  <a:pt x="1025258" y="381921"/>
                </a:lnTo>
                <a:lnTo>
                  <a:pt x="985417" y="343649"/>
                </a:lnTo>
                <a:lnTo>
                  <a:pt x="942383" y="307101"/>
                </a:lnTo>
                <a:lnTo>
                  <a:pt x="897203" y="273242"/>
                </a:lnTo>
                <a:lnTo>
                  <a:pt x="851049" y="242879"/>
                </a:lnTo>
                <a:lnTo>
                  <a:pt x="804184" y="216034"/>
                </a:lnTo>
                <a:lnTo>
                  <a:pt x="756872" y="192725"/>
                </a:lnTo>
                <a:lnTo>
                  <a:pt x="709377" y="172974"/>
                </a:lnTo>
                <a:lnTo>
                  <a:pt x="661962" y="156802"/>
                </a:lnTo>
                <a:lnTo>
                  <a:pt x="614892" y="144228"/>
                </a:lnTo>
                <a:lnTo>
                  <a:pt x="568430" y="135273"/>
                </a:lnTo>
                <a:lnTo>
                  <a:pt x="522840" y="129957"/>
                </a:lnTo>
                <a:lnTo>
                  <a:pt x="478385" y="128301"/>
                </a:lnTo>
                <a:lnTo>
                  <a:pt x="435330" y="130325"/>
                </a:lnTo>
                <a:lnTo>
                  <a:pt x="393937" y="136050"/>
                </a:lnTo>
                <a:lnTo>
                  <a:pt x="354472" y="145496"/>
                </a:lnTo>
                <a:lnTo>
                  <a:pt x="317197" y="158684"/>
                </a:lnTo>
                <a:lnTo>
                  <a:pt x="282376" y="175633"/>
                </a:lnTo>
                <a:lnTo>
                  <a:pt x="250274" y="196365"/>
                </a:lnTo>
                <a:lnTo>
                  <a:pt x="195278" y="249258"/>
                </a:lnTo>
                <a:close/>
              </a:path>
            </a:pathLst>
          </a:custGeom>
          <a:ln w="7350">
            <a:solidFill>
              <a:srgbClr val="6AADB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350498" y="-53"/>
            <a:ext cx="10841990" cy="6858634"/>
          </a:xfrm>
          <a:custGeom>
            <a:avLst/>
            <a:gdLst/>
            <a:ahLst/>
            <a:cxnLst/>
            <a:rect l="l" t="t" r="r" b="b"/>
            <a:pathLst>
              <a:path w="10841990" h="6858634">
                <a:moveTo>
                  <a:pt x="10841503" y="0"/>
                </a:moveTo>
                <a:lnTo>
                  <a:pt x="0" y="0"/>
                </a:lnTo>
                <a:lnTo>
                  <a:pt x="0" y="6858053"/>
                </a:lnTo>
                <a:lnTo>
                  <a:pt x="10841503" y="6858053"/>
                </a:lnTo>
                <a:lnTo>
                  <a:pt x="108415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77212" y="0"/>
            <a:ext cx="173735" cy="6858000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1353311" y="-53"/>
            <a:ext cx="97790" cy="6858634"/>
          </a:xfrm>
          <a:custGeom>
            <a:avLst/>
            <a:gdLst/>
            <a:ahLst/>
            <a:cxnLst/>
            <a:rect l="l" t="t" r="r" b="b"/>
            <a:pathLst>
              <a:path w="97790" h="6858634">
                <a:moveTo>
                  <a:pt x="97536" y="0"/>
                </a:moveTo>
                <a:lnTo>
                  <a:pt x="0" y="0"/>
                </a:lnTo>
                <a:lnTo>
                  <a:pt x="0" y="6858053"/>
                </a:lnTo>
                <a:lnTo>
                  <a:pt x="97536" y="6858053"/>
                </a:lnTo>
                <a:lnTo>
                  <a:pt x="97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54422" y="471133"/>
            <a:ext cx="4117340" cy="680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47164" y="1467326"/>
            <a:ext cx="9932670" cy="4644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709185" y="6570980"/>
            <a:ext cx="17399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4A688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12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6600" y="1257300"/>
            <a:ext cx="2476500" cy="711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4700" y="1320800"/>
            <a:ext cx="4686300" cy="596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91729" y="471656"/>
            <a:ext cx="1897380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500" b="0">
                <a:latin typeface="Times New Roman"/>
                <a:cs typeface="Times New Roman"/>
              </a:rPr>
              <a:t>Zero</a:t>
            </a:r>
            <a:r>
              <a:rPr dirty="0" baseline="22222" sz="3000" b="0">
                <a:latin typeface="Times New Roman"/>
                <a:cs typeface="Times New Roman"/>
              </a:rPr>
              <a:t>th</a:t>
            </a:r>
            <a:r>
              <a:rPr dirty="0" baseline="22222" sz="3000" spc="112" b="0">
                <a:latin typeface="Times New Roman"/>
                <a:cs typeface="Times New Roman"/>
              </a:rPr>
              <a:t> </a:t>
            </a:r>
            <a:r>
              <a:rPr dirty="0" sz="2500" spc="-10" b="0">
                <a:latin typeface="Times New Roman"/>
                <a:cs typeface="Times New Roman"/>
              </a:rPr>
              <a:t>Review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98217" y="4631480"/>
            <a:ext cx="2593975" cy="1106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Times New Roman"/>
                <a:cs typeface="Times New Roman"/>
              </a:rPr>
              <a:t>Under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guidance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of: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2500" b="1">
                <a:latin typeface="Times New Roman"/>
                <a:cs typeface="Times New Roman"/>
              </a:rPr>
              <a:t>Mrs.</a:t>
            </a:r>
            <a:r>
              <a:rPr dirty="0" sz="2500" spc="-50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Sabitha</a:t>
            </a:r>
            <a:r>
              <a:rPr dirty="0" sz="2500" spc="-50" b="1">
                <a:latin typeface="Times New Roman"/>
                <a:cs typeface="Times New Roman"/>
              </a:rPr>
              <a:t> </a:t>
            </a:r>
            <a:r>
              <a:rPr dirty="0" sz="2500" spc="-20" b="1">
                <a:latin typeface="Times New Roman"/>
                <a:cs typeface="Times New Roman"/>
              </a:rPr>
              <a:t>Raju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2200">
                <a:latin typeface="Times New Roman"/>
                <a:cs typeface="Times New Roman"/>
              </a:rPr>
              <a:t>HOD,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CG </a:t>
            </a:r>
            <a:r>
              <a:rPr dirty="0" sz="2200" spc="-10">
                <a:latin typeface="Times New Roman"/>
                <a:cs typeface="Times New Roman"/>
              </a:rPr>
              <a:t>Department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527962" y="4620698"/>
            <a:ext cx="1763395" cy="14986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0"/>
              </a:spcBef>
            </a:pPr>
            <a:r>
              <a:rPr dirty="0" sz="2100">
                <a:latin typeface="Times New Roman"/>
                <a:cs typeface="Times New Roman"/>
              </a:rPr>
              <a:t>Presented</a:t>
            </a:r>
            <a:r>
              <a:rPr dirty="0" sz="2100" spc="-7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by: </a:t>
            </a:r>
            <a:r>
              <a:rPr dirty="0" sz="2500">
                <a:latin typeface="Times New Roman"/>
                <a:cs typeface="Times New Roman"/>
              </a:rPr>
              <a:t>Abhijith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R. </a:t>
            </a:r>
            <a:r>
              <a:rPr dirty="0" sz="2500">
                <a:latin typeface="Times New Roman"/>
                <a:cs typeface="Times New Roman"/>
              </a:rPr>
              <a:t>Anirudh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K.B. </a:t>
            </a:r>
            <a:r>
              <a:rPr dirty="0" sz="2500">
                <a:latin typeface="Times New Roman"/>
                <a:cs typeface="Times New Roman"/>
              </a:rPr>
              <a:t>Jesvin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J.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8600" y="2197100"/>
            <a:ext cx="5753100" cy="4191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315924" y="1065316"/>
            <a:ext cx="7194550" cy="2705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20615" algn="l"/>
              </a:tabLst>
            </a:pPr>
            <a:r>
              <a:rPr dirty="0" sz="5200" b="1">
                <a:latin typeface="Times New Roman"/>
                <a:cs typeface="Times New Roman"/>
              </a:rPr>
              <a:t>ZipClip:</a:t>
            </a:r>
            <a:r>
              <a:rPr dirty="0" sz="5200" spc="-70" b="1">
                <a:latin typeface="Times New Roman"/>
                <a:cs typeface="Times New Roman"/>
              </a:rPr>
              <a:t> </a:t>
            </a:r>
            <a:r>
              <a:rPr dirty="0" sz="4300">
                <a:latin typeface="Times New Roman"/>
                <a:cs typeface="Times New Roman"/>
              </a:rPr>
              <a:t>Edit</a:t>
            </a:r>
            <a:r>
              <a:rPr dirty="0" sz="4300" spc="-60">
                <a:latin typeface="Times New Roman"/>
                <a:cs typeface="Times New Roman"/>
              </a:rPr>
              <a:t> </a:t>
            </a:r>
            <a:r>
              <a:rPr dirty="0" sz="4300" spc="-10">
                <a:latin typeface="Times New Roman"/>
                <a:cs typeface="Times New Roman"/>
              </a:rPr>
              <a:t>Less,</a:t>
            </a:r>
            <a:r>
              <a:rPr dirty="0" sz="4300">
                <a:latin typeface="Times New Roman"/>
                <a:cs typeface="Times New Roman"/>
              </a:rPr>
              <a:t>	Post</a:t>
            </a:r>
            <a:r>
              <a:rPr dirty="0" sz="4300" spc="-65">
                <a:latin typeface="Times New Roman"/>
                <a:cs typeface="Times New Roman"/>
              </a:rPr>
              <a:t> </a:t>
            </a:r>
            <a:r>
              <a:rPr dirty="0" sz="4300" spc="-20">
                <a:latin typeface="Times New Roman"/>
                <a:cs typeface="Times New Roman"/>
              </a:rPr>
              <a:t>More</a:t>
            </a:r>
            <a:endParaRPr sz="4300">
              <a:latin typeface="Times New Roman"/>
              <a:cs typeface="Times New Roman"/>
            </a:endParaRPr>
          </a:p>
          <a:p>
            <a:pPr algn="r" marR="786130">
              <a:lnSpc>
                <a:spcPct val="100000"/>
              </a:lnSpc>
              <a:spcBef>
                <a:spcPts val="2110"/>
              </a:spcBef>
            </a:pPr>
            <a:r>
              <a:rPr dirty="0" sz="2500">
                <a:latin typeface="Times New Roman"/>
                <a:cs typeface="Times New Roman"/>
              </a:rPr>
              <a:t>Convert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your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videos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into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short-</a:t>
            </a:r>
            <a:r>
              <a:rPr dirty="0" sz="2500">
                <a:latin typeface="Times New Roman"/>
                <a:cs typeface="Times New Roman"/>
              </a:rPr>
              <a:t>form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content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500">
              <a:latin typeface="Times New Roman"/>
              <a:cs typeface="Times New Roman"/>
            </a:endParaRPr>
          </a:p>
          <a:p>
            <a:pPr algn="r" marR="793115">
              <a:lnSpc>
                <a:spcPct val="100000"/>
              </a:lnSpc>
            </a:pPr>
            <a:r>
              <a:rPr dirty="0" sz="2500" b="1">
                <a:latin typeface="Times New Roman"/>
                <a:cs typeface="Times New Roman"/>
              </a:rPr>
              <a:t>Department</a:t>
            </a:r>
            <a:r>
              <a:rPr dirty="0" sz="2500" spc="-6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of</a:t>
            </a:r>
            <a:r>
              <a:rPr dirty="0" sz="2500" spc="-60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Computer</a:t>
            </a:r>
            <a:r>
              <a:rPr dirty="0" sz="2500" spc="-10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Science</a:t>
            </a:r>
            <a:r>
              <a:rPr dirty="0" sz="2500" spc="-6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&amp;</a:t>
            </a:r>
            <a:r>
              <a:rPr dirty="0" sz="2500" spc="-60" b="1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Times New Roman"/>
                <a:cs typeface="Times New Roman"/>
              </a:rPr>
              <a:t>Design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5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0100" y="622300"/>
            <a:ext cx="4610100" cy="495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53100" y="471133"/>
            <a:ext cx="4519930" cy="680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0585" algn="l"/>
              </a:tabLst>
            </a:pPr>
            <a:r>
              <a:rPr dirty="0" spc="-10"/>
              <a:t>Problem</a:t>
            </a:r>
            <a:r>
              <a:rPr dirty="0"/>
              <a:t>	</a:t>
            </a:r>
            <a:r>
              <a:rPr dirty="0" spc="-10"/>
              <a:t>Statement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5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93040" marR="5080" indent="-180975">
              <a:lnSpc>
                <a:spcPct val="106100"/>
              </a:lnSpc>
              <a:spcBef>
                <a:spcPts val="95"/>
              </a:spcBef>
              <a:buChar char="•"/>
              <a:tabLst>
                <a:tab pos="193040" algn="l"/>
              </a:tabLst>
            </a:pPr>
            <a:r>
              <a:rPr dirty="0" sz="2200"/>
              <a:t>Content</a:t>
            </a:r>
            <a:r>
              <a:rPr dirty="0" sz="2200" spc="-15"/>
              <a:t> </a:t>
            </a:r>
            <a:r>
              <a:rPr dirty="0" sz="2200"/>
              <a:t>creators,</a:t>
            </a:r>
            <a:r>
              <a:rPr dirty="0" sz="2200" spc="-15"/>
              <a:t> </a:t>
            </a:r>
            <a:r>
              <a:rPr dirty="0" sz="2200"/>
              <a:t>educators,</a:t>
            </a:r>
            <a:r>
              <a:rPr dirty="0" sz="2200" spc="-15"/>
              <a:t> </a:t>
            </a:r>
            <a:r>
              <a:rPr dirty="0" sz="2200"/>
              <a:t>and</a:t>
            </a:r>
            <a:r>
              <a:rPr dirty="0" sz="2200" spc="-15"/>
              <a:t> </a:t>
            </a:r>
            <a:r>
              <a:rPr dirty="0" sz="2200"/>
              <a:t>marketers</a:t>
            </a:r>
            <a:r>
              <a:rPr dirty="0" sz="2200" spc="-15"/>
              <a:t> </a:t>
            </a:r>
            <a:r>
              <a:rPr dirty="0" sz="2200"/>
              <a:t>spend</a:t>
            </a:r>
            <a:r>
              <a:rPr dirty="0" sz="2200" spc="-15"/>
              <a:t> </a:t>
            </a:r>
            <a:r>
              <a:rPr dirty="0" sz="2200" spc="-10"/>
              <a:t>significant</a:t>
            </a:r>
            <a:r>
              <a:rPr dirty="0" sz="2200" spc="-15"/>
              <a:t> </a:t>
            </a:r>
            <a:r>
              <a:rPr dirty="0" sz="2200"/>
              <a:t>time</a:t>
            </a:r>
            <a:r>
              <a:rPr dirty="0" sz="2200" spc="-15"/>
              <a:t> </a:t>
            </a:r>
            <a:r>
              <a:rPr dirty="0" sz="2200"/>
              <a:t>manually</a:t>
            </a:r>
            <a:r>
              <a:rPr dirty="0" sz="2200" spc="-15"/>
              <a:t> </a:t>
            </a:r>
            <a:r>
              <a:rPr dirty="0" sz="2200" spc="-10"/>
              <a:t>identifying </a:t>
            </a:r>
            <a:r>
              <a:rPr dirty="0" sz="2200"/>
              <a:t>and</a:t>
            </a:r>
            <a:r>
              <a:rPr dirty="0" sz="2200" spc="-30"/>
              <a:t> </a:t>
            </a:r>
            <a:r>
              <a:rPr dirty="0" sz="2200"/>
              <a:t>editing</a:t>
            </a:r>
            <a:r>
              <a:rPr dirty="0" sz="2200" spc="-30"/>
              <a:t> </a:t>
            </a:r>
            <a:r>
              <a:rPr dirty="0" sz="2200"/>
              <a:t>short</a:t>
            </a:r>
            <a:r>
              <a:rPr dirty="0" sz="2200" spc="-35"/>
              <a:t> </a:t>
            </a:r>
            <a:r>
              <a:rPr dirty="0" sz="2200"/>
              <a:t>clips</a:t>
            </a:r>
            <a:r>
              <a:rPr dirty="0" sz="2200" spc="-30"/>
              <a:t> </a:t>
            </a:r>
            <a:r>
              <a:rPr dirty="0" sz="2200"/>
              <a:t>from</a:t>
            </a:r>
            <a:r>
              <a:rPr dirty="0" sz="2200" spc="-35"/>
              <a:t> </a:t>
            </a:r>
            <a:r>
              <a:rPr dirty="0" sz="2200"/>
              <a:t>long</a:t>
            </a:r>
            <a:r>
              <a:rPr dirty="0" sz="2200" spc="-30"/>
              <a:t> </a:t>
            </a:r>
            <a:r>
              <a:rPr dirty="0" sz="2200" spc="-10"/>
              <a:t>videos.</a:t>
            </a:r>
            <a:endParaRPr sz="2200"/>
          </a:p>
          <a:p>
            <a:pPr marL="193040" marR="5080" indent="-180975">
              <a:lnSpc>
                <a:spcPct val="106100"/>
              </a:lnSpc>
              <a:spcBef>
                <a:spcPts val="1200"/>
              </a:spcBef>
              <a:buChar char="•"/>
              <a:tabLst>
                <a:tab pos="193040" algn="l"/>
              </a:tabLst>
            </a:pPr>
            <a:r>
              <a:rPr dirty="0" sz="2200"/>
              <a:t>Manual</a:t>
            </a:r>
            <a:r>
              <a:rPr dirty="0" sz="2200" spc="185"/>
              <a:t> </a:t>
            </a:r>
            <a:r>
              <a:rPr dirty="0" sz="2200"/>
              <a:t>editing</a:t>
            </a:r>
            <a:r>
              <a:rPr dirty="0" sz="2200" spc="195"/>
              <a:t> </a:t>
            </a:r>
            <a:r>
              <a:rPr dirty="0" sz="2200"/>
              <a:t>is</a:t>
            </a:r>
            <a:r>
              <a:rPr dirty="0" sz="2200" spc="195"/>
              <a:t> </a:t>
            </a:r>
            <a:r>
              <a:rPr dirty="0" sz="2200"/>
              <a:t>inconsistent,</a:t>
            </a:r>
            <a:r>
              <a:rPr dirty="0" sz="2200" spc="195"/>
              <a:t> </a:t>
            </a:r>
            <a:r>
              <a:rPr dirty="0" sz="2200" spc="-20"/>
              <a:t>time-</a:t>
            </a:r>
            <a:r>
              <a:rPr dirty="0" sz="2200"/>
              <a:t>consuming,</a:t>
            </a:r>
            <a:r>
              <a:rPr dirty="0" sz="2200" spc="195"/>
              <a:t> </a:t>
            </a:r>
            <a:r>
              <a:rPr dirty="0" sz="2200"/>
              <a:t>and</a:t>
            </a:r>
            <a:r>
              <a:rPr dirty="0" sz="2200" spc="195"/>
              <a:t> </a:t>
            </a:r>
            <a:r>
              <a:rPr dirty="0" sz="2200"/>
              <a:t>often</a:t>
            </a:r>
            <a:r>
              <a:rPr dirty="0" sz="2200" spc="195"/>
              <a:t> </a:t>
            </a:r>
            <a:r>
              <a:rPr dirty="0" sz="2200"/>
              <a:t>misses</a:t>
            </a:r>
            <a:r>
              <a:rPr dirty="0" sz="2200" spc="195"/>
              <a:t> </a:t>
            </a:r>
            <a:r>
              <a:rPr dirty="0" sz="2200"/>
              <a:t>the</a:t>
            </a:r>
            <a:r>
              <a:rPr dirty="0" sz="2200" spc="195"/>
              <a:t> </a:t>
            </a:r>
            <a:r>
              <a:rPr dirty="0" sz="2200"/>
              <a:t>most</a:t>
            </a:r>
            <a:r>
              <a:rPr dirty="0" sz="2200" spc="195"/>
              <a:t> </a:t>
            </a:r>
            <a:r>
              <a:rPr dirty="0" sz="2200" spc="-10"/>
              <a:t>engaging moments.</a:t>
            </a:r>
            <a:endParaRPr sz="2200"/>
          </a:p>
          <a:p>
            <a:pPr marL="193040" marR="5080" indent="-180975">
              <a:lnSpc>
                <a:spcPct val="106100"/>
              </a:lnSpc>
              <a:spcBef>
                <a:spcPts val="1200"/>
              </a:spcBef>
              <a:buChar char="•"/>
              <a:tabLst>
                <a:tab pos="193040" algn="l"/>
              </a:tabLst>
            </a:pPr>
            <a:r>
              <a:rPr dirty="0" sz="2200"/>
              <a:t>No</a:t>
            </a:r>
            <a:r>
              <a:rPr dirty="0" sz="2200" spc="105"/>
              <a:t> </a:t>
            </a:r>
            <a:r>
              <a:rPr dirty="0" sz="2200"/>
              <a:t>widely</a:t>
            </a:r>
            <a:r>
              <a:rPr dirty="0" sz="2200" spc="110"/>
              <a:t> </a:t>
            </a:r>
            <a:r>
              <a:rPr dirty="0" sz="2200"/>
              <a:t>available,</a:t>
            </a:r>
            <a:r>
              <a:rPr dirty="0" sz="2200" spc="105"/>
              <a:t> </a:t>
            </a:r>
            <a:r>
              <a:rPr dirty="0" sz="2200" spc="-20"/>
              <a:t>user-</a:t>
            </a:r>
            <a:r>
              <a:rPr dirty="0" sz="2200"/>
              <a:t>friendly</a:t>
            </a:r>
            <a:r>
              <a:rPr dirty="0" sz="2200" spc="110"/>
              <a:t> </a:t>
            </a:r>
            <a:r>
              <a:rPr dirty="0" sz="2200"/>
              <a:t>solution</a:t>
            </a:r>
            <a:r>
              <a:rPr dirty="0" sz="2200" spc="105"/>
              <a:t> </a:t>
            </a:r>
            <a:r>
              <a:rPr dirty="0" sz="2200"/>
              <a:t>for</a:t>
            </a:r>
            <a:r>
              <a:rPr dirty="0" sz="2200" spc="110"/>
              <a:t> </a:t>
            </a:r>
            <a:r>
              <a:rPr dirty="0" sz="2200"/>
              <a:t>automated</a:t>
            </a:r>
            <a:r>
              <a:rPr dirty="0" sz="2200" spc="110"/>
              <a:t> </a:t>
            </a:r>
            <a:r>
              <a:rPr dirty="0" sz="2200" spc="-10"/>
              <a:t>short-</a:t>
            </a:r>
            <a:r>
              <a:rPr dirty="0" sz="2200"/>
              <a:t>form</a:t>
            </a:r>
            <a:r>
              <a:rPr dirty="0" sz="2200" spc="105"/>
              <a:t> </a:t>
            </a:r>
            <a:r>
              <a:rPr dirty="0" sz="2200"/>
              <a:t>content</a:t>
            </a:r>
            <a:r>
              <a:rPr dirty="0" sz="2200" spc="110"/>
              <a:t> </a:t>
            </a:r>
            <a:r>
              <a:rPr dirty="0" sz="2200" spc="-10"/>
              <a:t>creation </a:t>
            </a:r>
            <a:r>
              <a:rPr dirty="0" sz="2200"/>
              <a:t>with</a:t>
            </a:r>
            <a:r>
              <a:rPr dirty="0" sz="2200" spc="-45"/>
              <a:t> </a:t>
            </a:r>
            <a:r>
              <a:rPr dirty="0" sz="2200"/>
              <a:t>emotional</a:t>
            </a:r>
            <a:r>
              <a:rPr dirty="0" sz="2200" spc="-50"/>
              <a:t> </a:t>
            </a:r>
            <a:r>
              <a:rPr dirty="0" sz="2200"/>
              <a:t>and</a:t>
            </a:r>
            <a:r>
              <a:rPr dirty="0" sz="2200" spc="-45"/>
              <a:t> </a:t>
            </a:r>
            <a:r>
              <a:rPr dirty="0" sz="2200"/>
              <a:t>contextual</a:t>
            </a:r>
            <a:r>
              <a:rPr dirty="0" sz="2200" spc="-50"/>
              <a:t> </a:t>
            </a:r>
            <a:r>
              <a:rPr dirty="0" sz="2200" spc="-10"/>
              <a:t>awareness.</a:t>
            </a:r>
            <a:endParaRPr sz="2200"/>
          </a:p>
          <a:p>
            <a:pPr marL="193040" marR="5080" indent="-180975">
              <a:lnSpc>
                <a:spcPct val="106100"/>
              </a:lnSpc>
              <a:spcBef>
                <a:spcPts val="1200"/>
              </a:spcBef>
              <a:buChar char="•"/>
              <a:tabLst>
                <a:tab pos="193040" algn="l"/>
              </a:tabLst>
            </a:pPr>
            <a:r>
              <a:rPr dirty="0" sz="2200"/>
              <a:t>Limited</a:t>
            </a:r>
            <a:r>
              <a:rPr dirty="0" sz="2200" spc="-5"/>
              <a:t> </a:t>
            </a:r>
            <a:r>
              <a:rPr dirty="0" sz="2200"/>
              <a:t>tools</a:t>
            </a:r>
            <a:r>
              <a:rPr dirty="0" sz="2200" spc="-5"/>
              <a:t> </a:t>
            </a:r>
            <a:r>
              <a:rPr dirty="0" sz="2200"/>
              <a:t>for</a:t>
            </a:r>
            <a:r>
              <a:rPr dirty="0" sz="2200" spc="-5"/>
              <a:t> </a:t>
            </a:r>
            <a:r>
              <a:rPr dirty="0" sz="2200"/>
              <a:t>easily</a:t>
            </a:r>
            <a:r>
              <a:rPr dirty="0" sz="2200" spc="-5"/>
              <a:t> </a:t>
            </a:r>
            <a:r>
              <a:rPr dirty="0" sz="2200"/>
              <a:t>transforming</a:t>
            </a:r>
            <a:r>
              <a:rPr dirty="0" sz="2200" spc="-5"/>
              <a:t> </a:t>
            </a:r>
            <a:r>
              <a:rPr dirty="0" sz="2200"/>
              <a:t>personal</a:t>
            </a:r>
            <a:r>
              <a:rPr dirty="0" sz="2200" spc="-5"/>
              <a:t> </a:t>
            </a:r>
            <a:r>
              <a:rPr dirty="0" sz="2200"/>
              <a:t>media</a:t>
            </a:r>
            <a:r>
              <a:rPr dirty="0" sz="2200" spc="-5"/>
              <a:t> </a:t>
            </a:r>
            <a:r>
              <a:rPr dirty="0" sz="2200"/>
              <a:t>(e.g.,</a:t>
            </a:r>
            <a:r>
              <a:rPr dirty="0" sz="2200" spc="-5"/>
              <a:t> </a:t>
            </a:r>
            <a:r>
              <a:rPr dirty="0" sz="2200"/>
              <a:t>photos)</a:t>
            </a:r>
            <a:r>
              <a:rPr dirty="0" sz="2200" spc="-5"/>
              <a:t> </a:t>
            </a:r>
            <a:r>
              <a:rPr dirty="0" sz="2200"/>
              <a:t>into</a:t>
            </a:r>
            <a:r>
              <a:rPr dirty="0" sz="2200" spc="-5"/>
              <a:t> </a:t>
            </a:r>
            <a:r>
              <a:rPr dirty="0" sz="2200"/>
              <a:t>engaging</a:t>
            </a:r>
            <a:r>
              <a:rPr dirty="0" sz="2200" spc="-5"/>
              <a:t> </a:t>
            </a:r>
            <a:r>
              <a:rPr dirty="0" sz="2200" spc="-10"/>
              <a:t>story reels.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3600" y="622300"/>
            <a:ext cx="4470400" cy="60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12431" y="471133"/>
            <a:ext cx="4401820" cy="680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Solution</a:t>
            </a:r>
            <a:r>
              <a:rPr dirty="0" spc="-235"/>
              <a:t> </a:t>
            </a:r>
            <a:r>
              <a:rPr dirty="0" spc="-10"/>
              <a:t>Approach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5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1947164" y="1464945"/>
            <a:ext cx="9932035" cy="406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62890" marR="5080" indent="-250825">
              <a:lnSpc>
                <a:spcPct val="100000"/>
              </a:lnSpc>
              <a:spcBef>
                <a:spcPts val="100"/>
              </a:spcBef>
              <a:buChar char="•"/>
              <a:tabLst>
                <a:tab pos="262890" algn="l"/>
              </a:tabLst>
            </a:pPr>
            <a:r>
              <a:rPr dirty="0" sz="2500">
                <a:latin typeface="Times New Roman"/>
                <a:cs typeface="Times New Roman"/>
              </a:rPr>
              <a:t>Use</a:t>
            </a:r>
            <a:r>
              <a:rPr dirty="0" sz="2500" spc="5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</a:t>
            </a:r>
            <a:r>
              <a:rPr dirty="0" sz="2500" spc="540">
                <a:latin typeface="Times New Roman"/>
                <a:cs typeface="Times New Roman"/>
              </a:rPr>
              <a:t> </a:t>
            </a:r>
            <a:r>
              <a:rPr dirty="0" sz="2500" spc="-20" b="1">
                <a:latin typeface="Times New Roman"/>
                <a:cs typeface="Times New Roman"/>
              </a:rPr>
              <a:t>multi-</a:t>
            </a:r>
            <a:r>
              <a:rPr dirty="0" sz="2500" b="1">
                <a:latin typeface="Times New Roman"/>
                <a:cs typeface="Times New Roman"/>
              </a:rPr>
              <a:t>model</a:t>
            </a:r>
            <a:r>
              <a:rPr dirty="0" sz="2500" spc="41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AI</a:t>
            </a:r>
            <a:r>
              <a:rPr dirty="0" sz="2500" spc="54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architecture</a:t>
            </a:r>
            <a:r>
              <a:rPr dirty="0" sz="2500">
                <a:latin typeface="Times New Roman"/>
                <a:cs typeface="Times New Roman"/>
              </a:rPr>
              <a:t>:</a:t>
            </a:r>
            <a:r>
              <a:rPr dirty="0" sz="2500" spc="5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specialized</a:t>
            </a:r>
            <a:r>
              <a:rPr dirty="0" sz="2500" spc="41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AI</a:t>
            </a:r>
            <a:r>
              <a:rPr dirty="0" sz="2500" spc="5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modules</a:t>
            </a:r>
            <a:r>
              <a:rPr dirty="0" sz="2500" spc="5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for</a:t>
            </a:r>
            <a:r>
              <a:rPr dirty="0" sz="2500" spc="5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scene </a:t>
            </a:r>
            <a:r>
              <a:rPr dirty="0" sz="2500">
                <a:latin typeface="Times New Roman"/>
                <a:cs typeface="Times New Roman"/>
              </a:rPr>
              <a:t>detection,</a:t>
            </a:r>
            <a:r>
              <a:rPr dirty="0" sz="2500" spc="32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speech/silence</a:t>
            </a:r>
            <a:r>
              <a:rPr dirty="0" sz="2500" spc="330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analysis,</a:t>
            </a:r>
            <a:r>
              <a:rPr dirty="0" sz="2500" spc="330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emotion</a:t>
            </a:r>
            <a:r>
              <a:rPr dirty="0" sz="2500" spc="330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recognition,</a:t>
            </a:r>
            <a:r>
              <a:rPr dirty="0" sz="2500" spc="32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330">
                <a:latin typeface="Times New Roman"/>
                <a:cs typeface="Times New Roman"/>
              </a:rPr>
              <a:t>  </a:t>
            </a:r>
            <a:r>
              <a:rPr dirty="0" sz="2500" spc="-10">
                <a:latin typeface="Times New Roman"/>
                <a:cs typeface="Times New Roman"/>
              </a:rPr>
              <a:t>content scoring.</a:t>
            </a:r>
            <a:endParaRPr sz="2500">
              <a:latin typeface="Times New Roman"/>
              <a:cs typeface="Times New Roman"/>
            </a:endParaRPr>
          </a:p>
          <a:p>
            <a:pPr algn="just" marL="262890" marR="5080" indent="-250825">
              <a:lnSpc>
                <a:spcPct val="100000"/>
              </a:lnSpc>
              <a:spcBef>
                <a:spcPts val="1200"/>
              </a:spcBef>
              <a:buChar char="•"/>
              <a:tabLst>
                <a:tab pos="262890" algn="l"/>
              </a:tabLst>
            </a:pPr>
            <a:r>
              <a:rPr dirty="0" sz="2500">
                <a:latin typeface="Times New Roman"/>
                <a:cs typeface="Times New Roman"/>
              </a:rPr>
              <a:t>Automatically</a:t>
            </a:r>
            <a:r>
              <a:rPr dirty="0" sz="2500" spc="114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extract</a:t>
            </a:r>
            <a:r>
              <a:rPr dirty="0" sz="2500" spc="1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1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most</a:t>
            </a:r>
            <a:r>
              <a:rPr dirty="0" sz="2500" spc="1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engaging,</a:t>
            </a:r>
            <a:r>
              <a:rPr dirty="0" sz="2500" spc="12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context-</a:t>
            </a:r>
            <a:r>
              <a:rPr dirty="0" sz="2500">
                <a:latin typeface="Times New Roman"/>
                <a:cs typeface="Times New Roman"/>
              </a:rPr>
              <a:t>rich</a:t>
            </a:r>
            <a:r>
              <a:rPr dirty="0" sz="2500" spc="1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segments</a:t>
            </a:r>
            <a:r>
              <a:rPr dirty="0" sz="2500" spc="1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from</a:t>
            </a:r>
            <a:r>
              <a:rPr dirty="0" sz="2500" spc="12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long </a:t>
            </a:r>
            <a:r>
              <a:rPr dirty="0" sz="2500" spc="-10">
                <a:latin typeface="Times New Roman"/>
                <a:cs typeface="Times New Roman"/>
              </a:rPr>
              <a:t>videos.</a:t>
            </a:r>
            <a:endParaRPr sz="2500">
              <a:latin typeface="Times New Roman"/>
              <a:cs typeface="Times New Roman"/>
            </a:endParaRPr>
          </a:p>
          <a:p>
            <a:pPr algn="just" marL="262890" indent="-250190">
              <a:lnSpc>
                <a:spcPct val="100000"/>
              </a:lnSpc>
              <a:spcBef>
                <a:spcPts val="1200"/>
              </a:spcBef>
              <a:buChar char="•"/>
              <a:tabLst>
                <a:tab pos="262890" algn="l"/>
              </a:tabLst>
            </a:pPr>
            <a:r>
              <a:rPr dirty="0" sz="2500">
                <a:latin typeface="Times New Roman"/>
                <a:cs typeface="Times New Roman"/>
              </a:rPr>
              <a:t>Output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clips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optimized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for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platform-specific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formats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durations.</a:t>
            </a:r>
            <a:endParaRPr sz="2500">
              <a:latin typeface="Times New Roman"/>
              <a:cs typeface="Times New Roman"/>
            </a:endParaRPr>
          </a:p>
          <a:p>
            <a:pPr algn="just" marL="262890" indent="-250190">
              <a:lnSpc>
                <a:spcPct val="100000"/>
              </a:lnSpc>
              <a:spcBef>
                <a:spcPts val="1200"/>
              </a:spcBef>
              <a:buChar char="•"/>
              <a:tabLst>
                <a:tab pos="262890" algn="l"/>
              </a:tabLst>
            </a:pPr>
            <a:r>
              <a:rPr dirty="0" sz="2500">
                <a:latin typeface="Times New Roman"/>
                <a:cs typeface="Times New Roman"/>
              </a:rPr>
              <a:t>Provide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interactive</a:t>
            </a:r>
            <a:r>
              <a:rPr dirty="0" sz="2500" spc="-60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dashboard</a:t>
            </a:r>
            <a:r>
              <a:rPr dirty="0" sz="2500" spc="-55" b="1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for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previewing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45">
                <a:latin typeface="Times New Roman"/>
                <a:cs typeface="Times New Roman"/>
              </a:rPr>
              <a:t>fine-</a:t>
            </a:r>
            <a:r>
              <a:rPr dirty="0" sz="2500">
                <a:latin typeface="Times New Roman"/>
                <a:cs typeface="Times New Roman"/>
              </a:rPr>
              <a:t>tuning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clips.</a:t>
            </a:r>
            <a:endParaRPr sz="2500">
              <a:latin typeface="Times New Roman"/>
              <a:cs typeface="Times New Roman"/>
            </a:endParaRPr>
          </a:p>
          <a:p>
            <a:pPr algn="just" marL="262890" marR="5080" indent="-250825">
              <a:lnSpc>
                <a:spcPct val="100000"/>
              </a:lnSpc>
              <a:spcBef>
                <a:spcPts val="1200"/>
              </a:spcBef>
              <a:buChar char="•"/>
              <a:tabLst>
                <a:tab pos="262890" algn="l"/>
              </a:tabLst>
            </a:pPr>
            <a:r>
              <a:rPr dirty="0" sz="2500">
                <a:latin typeface="Times New Roman"/>
                <a:cs typeface="Times New Roman"/>
              </a:rPr>
              <a:t>Allow</a:t>
            </a:r>
            <a:r>
              <a:rPr dirty="0" sz="2500" spc="3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users</a:t>
            </a:r>
            <a:r>
              <a:rPr dirty="0" sz="2500" spc="3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3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upload</a:t>
            </a:r>
            <a:r>
              <a:rPr dirty="0" sz="2500" spc="3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their</a:t>
            </a:r>
            <a:r>
              <a:rPr dirty="0" sz="2500" spc="3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own</a:t>
            </a:r>
            <a:r>
              <a:rPr dirty="0" sz="2500" spc="3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images</a:t>
            </a:r>
            <a:r>
              <a:rPr dirty="0" sz="2500" spc="3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3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create</a:t>
            </a:r>
            <a:r>
              <a:rPr dirty="0" sz="2500" spc="25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AI-</a:t>
            </a:r>
            <a:r>
              <a:rPr dirty="0" sz="2500">
                <a:latin typeface="Times New Roman"/>
                <a:cs typeface="Times New Roman"/>
              </a:rPr>
              <a:t>curated</a:t>
            </a:r>
            <a:r>
              <a:rPr dirty="0" sz="2500" spc="3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story</a:t>
            </a:r>
            <a:r>
              <a:rPr dirty="0" sz="2500" spc="37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reels </a:t>
            </a:r>
            <a:r>
              <a:rPr dirty="0" sz="2500">
                <a:latin typeface="Times New Roman"/>
                <a:cs typeface="Times New Roman"/>
              </a:rPr>
              <a:t>with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transitions,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captions,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music.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4700" y="635000"/>
            <a:ext cx="2095500" cy="482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5664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Modules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5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21945" marR="5715" indent="-309880">
              <a:lnSpc>
                <a:spcPct val="101400"/>
              </a:lnSpc>
              <a:spcBef>
                <a:spcPts val="85"/>
              </a:spcBef>
              <a:buFont typeface="Times New Roman"/>
              <a:buAutoNum type="arabicPeriod"/>
              <a:tabLst>
                <a:tab pos="323215" algn="l"/>
              </a:tabLst>
            </a:pPr>
            <a:r>
              <a:rPr dirty="0" b="1">
                <a:latin typeface="Times New Roman"/>
                <a:cs typeface="Times New Roman"/>
              </a:rPr>
              <a:t>Video</a:t>
            </a:r>
            <a:r>
              <a:rPr dirty="0" spc="36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Ingestion</a:t>
            </a:r>
            <a:r>
              <a:rPr dirty="0" spc="35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&amp;</a:t>
            </a:r>
            <a:r>
              <a:rPr dirty="0" spc="36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Preprocessing</a:t>
            </a:r>
            <a:r>
              <a:rPr dirty="0" spc="360" b="1">
                <a:latin typeface="Times New Roman"/>
                <a:cs typeface="Times New Roman"/>
              </a:rPr>
              <a:t> </a:t>
            </a:r>
            <a:r>
              <a:rPr dirty="0"/>
              <a:t>–</a:t>
            </a:r>
            <a:r>
              <a:rPr dirty="0" spc="360"/>
              <a:t> </a:t>
            </a:r>
            <a:r>
              <a:rPr dirty="0"/>
              <a:t>Handle</a:t>
            </a:r>
            <a:r>
              <a:rPr dirty="0" spc="360"/>
              <a:t> </a:t>
            </a:r>
            <a:r>
              <a:rPr dirty="0"/>
              <a:t>large</a:t>
            </a:r>
            <a:r>
              <a:rPr dirty="0" spc="360"/>
              <a:t> </a:t>
            </a:r>
            <a:r>
              <a:rPr dirty="0"/>
              <a:t>video</a:t>
            </a:r>
            <a:r>
              <a:rPr dirty="0" spc="360"/>
              <a:t> </a:t>
            </a:r>
            <a:r>
              <a:rPr dirty="0"/>
              <a:t>files,</a:t>
            </a:r>
            <a:r>
              <a:rPr dirty="0" spc="360"/>
              <a:t> </a:t>
            </a:r>
            <a:r>
              <a:rPr dirty="0"/>
              <a:t>extract</a:t>
            </a:r>
            <a:r>
              <a:rPr dirty="0" spc="360"/>
              <a:t> </a:t>
            </a:r>
            <a:r>
              <a:rPr dirty="0" spc="-10"/>
              <a:t>frames, </a:t>
            </a:r>
            <a:r>
              <a:rPr dirty="0" spc="-10"/>
              <a:t>	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prepare</a:t>
            </a:r>
            <a:r>
              <a:rPr dirty="0" spc="30"/>
              <a:t> </a:t>
            </a:r>
            <a:r>
              <a:rPr dirty="0"/>
              <a:t>for</a:t>
            </a:r>
            <a:r>
              <a:rPr dirty="0" spc="35"/>
              <a:t> </a:t>
            </a:r>
            <a:r>
              <a:rPr dirty="0" spc="-10"/>
              <a:t>analysis.</a:t>
            </a:r>
          </a:p>
          <a:p>
            <a:pPr marL="321945" marR="5715" indent="-309880">
              <a:lnSpc>
                <a:spcPct val="101400"/>
              </a:lnSpc>
              <a:spcBef>
                <a:spcPts val="1115"/>
              </a:spcBef>
              <a:buFont typeface="Times New Roman"/>
              <a:buAutoNum type="arabicPeriod"/>
              <a:tabLst>
                <a:tab pos="323215" algn="l"/>
              </a:tabLst>
            </a:pPr>
            <a:r>
              <a:rPr dirty="0" b="1">
                <a:latin typeface="Times New Roman"/>
                <a:cs typeface="Times New Roman"/>
              </a:rPr>
              <a:t>Multi-Model</a:t>
            </a:r>
            <a:r>
              <a:rPr dirty="0" spc="5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AI</a:t>
            </a:r>
            <a:r>
              <a:rPr dirty="0" spc="5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Analysis</a:t>
            </a:r>
            <a:r>
              <a:rPr dirty="0" spc="180" b="1">
                <a:latin typeface="Times New Roman"/>
                <a:cs typeface="Times New Roman"/>
              </a:rPr>
              <a:t> </a:t>
            </a:r>
            <a:r>
              <a:rPr dirty="0"/>
              <a:t>–</a:t>
            </a:r>
            <a:r>
              <a:rPr dirty="0" spc="175"/>
              <a:t> </a:t>
            </a:r>
            <a:r>
              <a:rPr dirty="0"/>
              <a:t>Detect</a:t>
            </a:r>
            <a:r>
              <a:rPr dirty="0" spc="180"/>
              <a:t> </a:t>
            </a:r>
            <a:r>
              <a:rPr dirty="0"/>
              <a:t>scenes,</a:t>
            </a:r>
            <a:r>
              <a:rPr dirty="0" spc="180"/>
              <a:t> </a:t>
            </a:r>
            <a:r>
              <a:rPr dirty="0"/>
              <a:t>emotions,</a:t>
            </a:r>
            <a:r>
              <a:rPr dirty="0" spc="175"/>
              <a:t> </a:t>
            </a:r>
            <a:r>
              <a:rPr dirty="0"/>
              <a:t>speech</a:t>
            </a:r>
            <a:r>
              <a:rPr dirty="0" spc="180"/>
              <a:t> </a:t>
            </a:r>
            <a:r>
              <a:rPr dirty="0"/>
              <a:t>patterns,</a:t>
            </a:r>
            <a:r>
              <a:rPr dirty="0" spc="180"/>
              <a:t> </a:t>
            </a:r>
            <a:r>
              <a:rPr dirty="0"/>
              <a:t>and</a:t>
            </a:r>
            <a:r>
              <a:rPr dirty="0" spc="175"/>
              <a:t> </a:t>
            </a:r>
            <a:r>
              <a:rPr dirty="0" spc="-20"/>
              <a:t>rank </a:t>
            </a:r>
            <a:r>
              <a:rPr dirty="0" spc="-20"/>
              <a:t>	</a:t>
            </a:r>
            <a:r>
              <a:rPr dirty="0" spc="-10"/>
              <a:t>highlights.</a:t>
            </a:r>
          </a:p>
          <a:p>
            <a:pPr marL="321945" marR="5080" indent="-309880">
              <a:lnSpc>
                <a:spcPct val="101400"/>
              </a:lnSpc>
              <a:spcBef>
                <a:spcPts val="1120"/>
              </a:spcBef>
              <a:buFont typeface="Times New Roman"/>
              <a:buAutoNum type="arabicPeriod"/>
              <a:tabLst>
                <a:tab pos="323215" algn="l"/>
                <a:tab pos="1670685" algn="l"/>
                <a:tab pos="3165475" algn="l"/>
                <a:tab pos="3446779" algn="l"/>
                <a:tab pos="5285105" algn="l"/>
                <a:tab pos="6025515" algn="l"/>
                <a:tab pos="6732905" algn="l"/>
                <a:tab pos="8293734" algn="l"/>
                <a:tab pos="9492615" algn="l"/>
              </a:tabLst>
            </a:pPr>
            <a:r>
              <a:rPr dirty="0" spc="-10" b="1">
                <a:latin typeface="Times New Roman"/>
                <a:cs typeface="Times New Roman"/>
              </a:rPr>
              <a:t>Highlight</a:t>
            </a:r>
            <a:r>
              <a:rPr dirty="0" b="1">
                <a:latin typeface="Times New Roman"/>
                <a:cs typeface="Times New Roman"/>
              </a:rPr>
              <a:t>	</a:t>
            </a:r>
            <a:r>
              <a:rPr dirty="0" spc="-10" b="1">
                <a:latin typeface="Times New Roman"/>
                <a:cs typeface="Times New Roman"/>
              </a:rPr>
              <a:t>Extraction</a:t>
            </a:r>
            <a:r>
              <a:rPr dirty="0" b="1">
                <a:latin typeface="Times New Roman"/>
                <a:cs typeface="Times New Roman"/>
              </a:rPr>
              <a:t>	</a:t>
            </a:r>
            <a:r>
              <a:rPr dirty="0" spc="-50"/>
              <a:t>–</a:t>
            </a:r>
            <a:r>
              <a:rPr dirty="0"/>
              <a:t>	Auto-</a:t>
            </a:r>
            <a:r>
              <a:rPr dirty="0" spc="-10"/>
              <a:t>generate</a:t>
            </a:r>
            <a:r>
              <a:rPr dirty="0"/>
              <a:t>	</a:t>
            </a:r>
            <a:r>
              <a:rPr dirty="0" spc="-10"/>
              <a:t>short</a:t>
            </a:r>
            <a:r>
              <a:rPr dirty="0"/>
              <a:t>	</a:t>
            </a:r>
            <a:r>
              <a:rPr dirty="0" spc="-10"/>
              <a:t>clips</a:t>
            </a:r>
            <a:r>
              <a:rPr dirty="0"/>
              <a:t>	</a:t>
            </a:r>
            <a:r>
              <a:rPr dirty="0" spc="-10"/>
              <a:t>maintaining</a:t>
            </a:r>
            <a:r>
              <a:rPr dirty="0"/>
              <a:t>	</a:t>
            </a:r>
            <a:r>
              <a:rPr dirty="0" spc="-10"/>
              <a:t>narrative</a:t>
            </a:r>
            <a:r>
              <a:rPr dirty="0"/>
              <a:t>	</a:t>
            </a:r>
            <a:r>
              <a:rPr dirty="0" spc="-25"/>
              <a:t>and </a:t>
            </a:r>
            <a:r>
              <a:rPr dirty="0" spc="-25"/>
              <a:t>	</a:t>
            </a:r>
            <a:r>
              <a:rPr dirty="0"/>
              <a:t>emotional</a:t>
            </a:r>
            <a:r>
              <a:rPr dirty="0" spc="25"/>
              <a:t> </a:t>
            </a:r>
            <a:r>
              <a:rPr dirty="0" spc="-10"/>
              <a:t>flow.</a:t>
            </a:r>
          </a:p>
          <a:p>
            <a:pPr marL="321945" marR="5080" indent="-309880">
              <a:lnSpc>
                <a:spcPct val="101400"/>
              </a:lnSpc>
              <a:spcBef>
                <a:spcPts val="1115"/>
              </a:spcBef>
              <a:buFont typeface="Times New Roman"/>
              <a:buAutoNum type="arabicPeriod"/>
              <a:tabLst>
                <a:tab pos="323215" algn="l"/>
              </a:tabLst>
            </a:pPr>
            <a:r>
              <a:rPr dirty="0" b="1">
                <a:latin typeface="Times New Roman"/>
                <a:cs typeface="Times New Roman"/>
              </a:rPr>
              <a:t>Story</a:t>
            </a:r>
            <a:r>
              <a:rPr dirty="0" spc="36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Reel</a:t>
            </a:r>
            <a:r>
              <a:rPr dirty="0" spc="37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Creator</a:t>
            </a:r>
            <a:r>
              <a:rPr dirty="0" spc="360" b="1">
                <a:latin typeface="Times New Roman"/>
                <a:cs typeface="Times New Roman"/>
              </a:rPr>
              <a:t> </a:t>
            </a:r>
            <a:r>
              <a:rPr dirty="0"/>
              <a:t>–</a:t>
            </a:r>
            <a:r>
              <a:rPr dirty="0" spc="370"/>
              <a:t> </a:t>
            </a:r>
            <a:r>
              <a:rPr dirty="0"/>
              <a:t>Convert</a:t>
            </a:r>
            <a:r>
              <a:rPr dirty="0" spc="365"/>
              <a:t> </a:t>
            </a:r>
            <a:r>
              <a:rPr dirty="0" spc="-10"/>
              <a:t>user-</a:t>
            </a:r>
            <a:r>
              <a:rPr dirty="0"/>
              <a:t>uploaded</a:t>
            </a:r>
            <a:r>
              <a:rPr dirty="0" spc="370"/>
              <a:t> </a:t>
            </a:r>
            <a:r>
              <a:rPr dirty="0"/>
              <a:t>photos</a:t>
            </a:r>
            <a:r>
              <a:rPr dirty="0" spc="370"/>
              <a:t> </a:t>
            </a:r>
            <a:r>
              <a:rPr dirty="0"/>
              <a:t>into</a:t>
            </a:r>
            <a:r>
              <a:rPr dirty="0" spc="365"/>
              <a:t> </a:t>
            </a:r>
            <a:r>
              <a:rPr dirty="0"/>
              <a:t>engaging</a:t>
            </a:r>
            <a:r>
              <a:rPr dirty="0" spc="370"/>
              <a:t> </a:t>
            </a:r>
            <a:r>
              <a:rPr dirty="0"/>
              <a:t>reels</a:t>
            </a:r>
            <a:r>
              <a:rPr dirty="0" spc="365"/>
              <a:t> </a:t>
            </a:r>
            <a:r>
              <a:rPr dirty="0" spc="-20"/>
              <a:t>with </a:t>
            </a:r>
            <a:r>
              <a:rPr dirty="0" spc="-20"/>
              <a:t>	</a:t>
            </a:r>
            <a:r>
              <a:rPr dirty="0"/>
              <a:t>AI-chosen</a:t>
            </a:r>
            <a:r>
              <a:rPr dirty="0" spc="5"/>
              <a:t> </a:t>
            </a:r>
            <a:r>
              <a:rPr dirty="0"/>
              <a:t>effects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5"/>
              <a:t> </a:t>
            </a:r>
            <a:r>
              <a:rPr dirty="0" spc="-10"/>
              <a:t>music.</a:t>
            </a:r>
          </a:p>
          <a:p>
            <a:pPr marL="321945" marR="5080" indent="-309880">
              <a:lnSpc>
                <a:spcPct val="101400"/>
              </a:lnSpc>
              <a:spcBef>
                <a:spcPts val="1120"/>
              </a:spcBef>
              <a:buFont typeface="Times New Roman"/>
              <a:buAutoNum type="arabicPeriod"/>
              <a:tabLst>
                <a:tab pos="323215" algn="l"/>
              </a:tabLst>
            </a:pPr>
            <a:r>
              <a:rPr dirty="0" b="1">
                <a:latin typeface="Times New Roman"/>
                <a:cs typeface="Times New Roman"/>
              </a:rPr>
              <a:t>Platform</a:t>
            </a:r>
            <a:r>
              <a:rPr dirty="0" spc="37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Optimization</a:t>
            </a:r>
            <a:r>
              <a:rPr dirty="0" spc="375" b="1">
                <a:latin typeface="Times New Roman"/>
                <a:cs typeface="Times New Roman"/>
              </a:rPr>
              <a:t> </a:t>
            </a:r>
            <a:r>
              <a:rPr dirty="0"/>
              <a:t>–</a:t>
            </a:r>
            <a:r>
              <a:rPr dirty="0" spc="380"/>
              <a:t> </a:t>
            </a:r>
            <a:r>
              <a:rPr dirty="0"/>
              <a:t>Format</a:t>
            </a:r>
            <a:r>
              <a:rPr dirty="0" spc="375"/>
              <a:t> </a:t>
            </a:r>
            <a:r>
              <a:rPr dirty="0"/>
              <a:t>clips</a:t>
            </a:r>
            <a:r>
              <a:rPr dirty="0" spc="380"/>
              <a:t> </a:t>
            </a:r>
            <a:r>
              <a:rPr dirty="0"/>
              <a:t>for</a:t>
            </a:r>
            <a:r>
              <a:rPr dirty="0" spc="290"/>
              <a:t> </a:t>
            </a:r>
            <a:r>
              <a:rPr dirty="0"/>
              <a:t>YouTube</a:t>
            </a:r>
            <a:r>
              <a:rPr dirty="0" spc="375"/>
              <a:t> </a:t>
            </a:r>
            <a:r>
              <a:rPr dirty="0"/>
              <a:t>Shorts,</a:t>
            </a:r>
            <a:r>
              <a:rPr dirty="0" spc="380"/>
              <a:t> </a:t>
            </a:r>
            <a:r>
              <a:rPr dirty="0"/>
              <a:t>Instagram</a:t>
            </a:r>
            <a:r>
              <a:rPr dirty="0" spc="375"/>
              <a:t> </a:t>
            </a:r>
            <a:r>
              <a:rPr dirty="0" spc="-10"/>
              <a:t>Reels, 	TikTok,</a:t>
            </a:r>
            <a:r>
              <a:rPr dirty="0" spc="-110"/>
              <a:t> </a:t>
            </a:r>
            <a:r>
              <a:rPr dirty="0" spc="-20"/>
              <a:t>etc.</a:t>
            </a:r>
          </a:p>
          <a:p>
            <a:pPr marL="322580" indent="-309880">
              <a:lnSpc>
                <a:spcPct val="100000"/>
              </a:lnSpc>
              <a:spcBef>
                <a:spcPts val="1155"/>
              </a:spcBef>
              <a:buFont typeface="Times New Roman"/>
              <a:buAutoNum type="arabicPeriod"/>
              <a:tabLst>
                <a:tab pos="322580" algn="l"/>
              </a:tabLst>
            </a:pPr>
            <a:r>
              <a:rPr dirty="0" b="1">
                <a:latin typeface="Times New Roman"/>
                <a:cs typeface="Times New Roman"/>
              </a:rPr>
              <a:t>Interactive</a:t>
            </a:r>
            <a:r>
              <a:rPr dirty="0" spc="1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Dashboard</a:t>
            </a:r>
            <a:r>
              <a:rPr dirty="0" spc="15" b="1">
                <a:latin typeface="Times New Roman"/>
                <a:cs typeface="Times New Roman"/>
              </a:rPr>
              <a:t> </a:t>
            </a:r>
            <a:r>
              <a:rPr dirty="0"/>
              <a:t>–</a:t>
            </a:r>
            <a:r>
              <a:rPr dirty="0" spc="20"/>
              <a:t> </a:t>
            </a:r>
            <a:r>
              <a:rPr dirty="0"/>
              <a:t>Clip</a:t>
            </a:r>
            <a:r>
              <a:rPr dirty="0" spc="15"/>
              <a:t> </a:t>
            </a:r>
            <a:r>
              <a:rPr dirty="0"/>
              <a:t>preview,</a:t>
            </a:r>
            <a:r>
              <a:rPr dirty="0" spc="20"/>
              <a:t> </a:t>
            </a:r>
            <a:r>
              <a:rPr dirty="0"/>
              <a:t>trimming,</a:t>
            </a:r>
            <a:r>
              <a:rPr dirty="0" spc="20"/>
              <a:t> </a:t>
            </a:r>
            <a:r>
              <a:rPr dirty="0"/>
              <a:t>exporting,</a:t>
            </a:r>
            <a:r>
              <a:rPr dirty="0" spc="15"/>
              <a:t> </a:t>
            </a:r>
            <a:r>
              <a:rPr dirty="0"/>
              <a:t>and</a:t>
            </a:r>
            <a:r>
              <a:rPr dirty="0" spc="20"/>
              <a:t> </a:t>
            </a:r>
            <a:r>
              <a:rPr dirty="0" spc="-10"/>
              <a:t>customization.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3300" y="622300"/>
            <a:ext cx="4216400" cy="60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99080" algn="l"/>
              </a:tabLst>
            </a:pPr>
            <a:r>
              <a:rPr dirty="0" spc="-10"/>
              <a:t>Technology</a:t>
            </a:r>
            <a:r>
              <a:rPr dirty="0"/>
              <a:t>	</a:t>
            </a:r>
            <a:r>
              <a:rPr dirty="0" spc="-10"/>
              <a:t>Stack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5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2029460" y="1459313"/>
            <a:ext cx="6917690" cy="3891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545"/>
              <a:buFont typeface="Microsoft Sans Serif"/>
              <a:buChar char="●"/>
              <a:tabLst>
                <a:tab pos="295910" algn="l"/>
              </a:tabLst>
            </a:pPr>
            <a:r>
              <a:rPr dirty="0" u="sng" sz="2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Front</a:t>
            </a:r>
            <a:r>
              <a:rPr dirty="0" u="sng" sz="2200" spc="-9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End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891A7"/>
              </a:buClr>
              <a:buFont typeface="Microsoft Sans Serif"/>
              <a:buChar char="●"/>
            </a:pPr>
            <a:endParaRPr sz="2200">
              <a:latin typeface="Times New Roman"/>
              <a:cs typeface="Times New Roman"/>
            </a:endParaRPr>
          </a:p>
          <a:p>
            <a:pPr marL="29591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React.js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(for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webapp)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220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3891A7"/>
              </a:buClr>
              <a:buSzPct val="79545"/>
              <a:buFont typeface="Microsoft Sans Serif"/>
              <a:buChar char="●"/>
              <a:tabLst>
                <a:tab pos="295910" algn="l"/>
              </a:tabLst>
            </a:pPr>
            <a:r>
              <a:rPr dirty="0" u="sng" sz="2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Back</a:t>
            </a:r>
            <a:r>
              <a:rPr dirty="0" u="sng" sz="2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End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891A7"/>
              </a:buClr>
              <a:buFont typeface="Microsoft Sans Serif"/>
              <a:buChar char="●"/>
            </a:pPr>
            <a:endParaRPr sz="2200">
              <a:latin typeface="Times New Roman"/>
              <a:cs typeface="Times New Roman"/>
            </a:endParaRPr>
          </a:p>
          <a:p>
            <a:pPr marL="29591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Node.js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Express.js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(API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processing)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20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3891A7"/>
              </a:buClr>
              <a:buSzPct val="79545"/>
              <a:buFont typeface="Microsoft Sans Serif"/>
              <a:buChar char="●"/>
              <a:tabLst>
                <a:tab pos="295910" algn="l"/>
              </a:tabLst>
            </a:pPr>
            <a:r>
              <a:rPr dirty="0" u="sng" sz="2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Languages</a:t>
            </a:r>
            <a:r>
              <a:rPr dirty="0" u="sng" sz="22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Used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00">
              <a:latin typeface="Times New Roman"/>
              <a:cs typeface="Times New Roman"/>
            </a:endParaRPr>
          </a:p>
          <a:p>
            <a:pPr marL="29591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Python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(AI/ML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processing),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JavaScript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(frontend/backend)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3300" y="622300"/>
            <a:ext cx="4216400" cy="60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99080" algn="l"/>
              </a:tabLst>
            </a:pPr>
            <a:r>
              <a:rPr dirty="0" spc="-10"/>
              <a:t>Technology</a:t>
            </a:r>
            <a:r>
              <a:rPr dirty="0"/>
              <a:t>	</a:t>
            </a:r>
            <a:r>
              <a:rPr dirty="0" spc="-10"/>
              <a:t>Stack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5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1947164" y="1314450"/>
            <a:ext cx="8248015" cy="307340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200" spc="-10" b="1">
                <a:latin typeface="Times New Roman"/>
                <a:cs typeface="Times New Roman"/>
              </a:rPr>
              <a:t>AI/ML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Libraries</a:t>
            </a:r>
            <a:r>
              <a:rPr dirty="0" sz="2200" spc="-1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1360"/>
              </a:spcBef>
              <a:buAutoNum type="arabicPeriod"/>
              <a:tabLst>
                <a:tab pos="306705" algn="l"/>
              </a:tabLst>
            </a:pPr>
            <a:r>
              <a:rPr dirty="0" sz="2200">
                <a:latin typeface="Times New Roman"/>
                <a:cs typeface="Times New Roman"/>
              </a:rPr>
              <a:t>OpenCV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(frame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extraction,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analysis)</a:t>
            </a:r>
            <a:endParaRPr sz="220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1360"/>
              </a:spcBef>
              <a:buAutoNum type="arabicPeriod"/>
              <a:tabLst>
                <a:tab pos="306705" algn="l"/>
              </a:tabLst>
            </a:pPr>
            <a:r>
              <a:rPr dirty="0" sz="2200" spc="-25">
                <a:latin typeface="Times New Roman"/>
                <a:cs typeface="Times New Roman"/>
              </a:rPr>
              <a:t>PyTorch/TensorFlow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(model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training/inference)</a:t>
            </a:r>
            <a:endParaRPr sz="220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1360"/>
              </a:spcBef>
              <a:buAutoNum type="arabicPeriod"/>
              <a:tabLst>
                <a:tab pos="306705" algn="l"/>
              </a:tabLst>
            </a:pPr>
            <a:r>
              <a:rPr dirty="0" sz="2200">
                <a:latin typeface="Times New Roman"/>
                <a:cs typeface="Times New Roman"/>
              </a:rPr>
              <a:t>MoviePy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(video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editing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&amp;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processing)</a:t>
            </a:r>
            <a:endParaRPr sz="220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1360"/>
              </a:spcBef>
              <a:buAutoNum type="arabicPeriod"/>
              <a:tabLst>
                <a:tab pos="306705" algn="l"/>
              </a:tabLst>
            </a:pPr>
            <a:r>
              <a:rPr dirty="0" sz="2200">
                <a:latin typeface="Times New Roman"/>
                <a:cs typeface="Times New Roman"/>
              </a:rPr>
              <a:t>SpeechRecognition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(audio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transcription)</a:t>
            </a:r>
            <a:endParaRPr sz="220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1360"/>
              </a:spcBef>
              <a:buAutoNum type="arabicPeriod"/>
              <a:tabLst>
                <a:tab pos="306705" algn="l"/>
              </a:tabLst>
            </a:pPr>
            <a:r>
              <a:rPr dirty="0" sz="2200" spc="-10">
                <a:latin typeface="Times New Roman"/>
                <a:cs typeface="Times New Roman"/>
              </a:rPr>
              <a:t>Transformers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(NLP-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highlight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scoring,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prompt-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clip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search)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3668" y="2261348"/>
            <a:ext cx="467550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THANK</a:t>
            </a:r>
            <a:r>
              <a:rPr dirty="0" sz="6000" spc="-320"/>
              <a:t> </a:t>
            </a:r>
            <a:r>
              <a:rPr dirty="0" sz="6000" spc="-25"/>
              <a:t>YOU</a:t>
            </a:r>
            <a:endParaRPr sz="6000"/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5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terms:created xsi:type="dcterms:W3CDTF">2026-05-12T16:32:28Z</dcterms:created>
  <dcterms:modified xsi:type="dcterms:W3CDTF">2026-05-12T16:32:28Z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2025-08-12T00:00:00Z</vt:filetime>
  </property>
  <property fmtid="{D5CDD505-2E9C-101B-9397-08002B2CF9AE}" pid="3" name="Creator">
    <vt:lpwstr>Keynote</vt:lpwstr>
  </property>
  <property fmtid="{D5CDD505-2E9C-101B-9397-08002B2CF9AE}" pid="4" name="LastSaved">
    <vt:filetime>2026-05-12T00:00:00Z</vt:filetime>
  </property>
  <property fmtid="{D5CDD505-2E9C-101B-9397-08002B2CF9AE}" pid="5" name="Producer">
    <vt:lpwstr>macOS Version 15.6 (Build 24G84) Quartz PDFContext</vt:lpwstr>
  </property>
</Properties>
</file>